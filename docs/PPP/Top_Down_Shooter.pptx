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61" r:id="rId3"/>
    <p:sldId id="262" r:id="rId4"/>
    <p:sldId id="275" r:id="rId5"/>
    <p:sldId id="270" r:id="rId6"/>
    <p:sldId id="274" r:id="rId7"/>
    <p:sldId id="269" r:id="rId8"/>
    <p:sldId id="271" r:id="rId9"/>
    <p:sldId id="272" r:id="rId10"/>
    <p:sldId id="263" r:id="rId11"/>
    <p:sldId id="265" r:id="rId12"/>
    <p:sldId id="266" r:id="rId13"/>
    <p:sldId id="277" r:id="rId14"/>
    <p:sldId id="273" r:id="rId15"/>
    <p:sldId id="267" r:id="rId16"/>
    <p:sldId id="268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400C"/>
    <a:srgbClr val="C36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BD88C-470E-47D2-96C4-54CA2983C41B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19F22-B9E6-4905-B045-44F9B200290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26864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6CF03-0E64-4298-8EE1-46C2A95A1B60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38292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A8916E-C2D5-9229-06AF-A2493117C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9BCAE6-2300-EF57-2D49-F7E30510B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DABC09-5480-A0C3-109E-FC8FCEE8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E96165-50BF-2662-576E-A4C53B61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A9A30F-13FD-8AB6-F983-18DE3284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8395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7DA706-6C99-61EA-453B-DD4B8787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619B04-7B6A-0F63-1EC1-EA6A25546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B11881-D2D7-467D-6EB7-199CBBA72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6A2726-2ABD-1EFF-5711-079235FC5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F4748E-07C8-086D-5CFF-5FE32E0C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1317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ECB2B4-AB08-C0D8-5D2F-4237768E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3F8F8B-AD74-756B-D682-82F74EE35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359EC1-EF40-ED14-AF0D-B381403A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FCB8BF-4FBC-9DEA-A06D-7CA48D16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350432-D9C0-E1C6-9C71-31E5F2F2B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3389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D2995A-123C-F619-3877-E1387E74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A782C1-F7FC-6C8D-E025-9EAE0113A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7CB0A2-3E84-629A-C587-7F8385A85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820CFA-BEB2-1F59-F174-84677D287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CE0046-E31C-AFDF-FDCA-028E619C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6171EE-6560-5289-900F-9E5C4B74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745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DEAADF-C1F1-4425-6943-925B138B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31A003-0B69-0718-C05A-24B61A03D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3D092F-1B7C-8CF0-DBF9-B55977F39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B4AD466-4ACE-CC4E-722A-A633ADF0F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BBEEF5-E28C-BEBC-A856-295BA20BE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5339B1D-EAF7-5D06-C23E-86357B002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30AC63A-3F98-F273-A11D-5B2DFAF2B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1C20243-881B-3B06-5813-057CA2D0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58398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103F61-8C0C-871A-2D9E-13EC1FF5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F470B2-2831-CC56-C5A5-7F8A74ADA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AEBC57C-B268-AB9B-1A50-5C3A3B1DE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124F87-A218-EC31-2D40-07567A87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48142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6323388-03CE-9942-7C00-6CAA9449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D52C2FC-358C-F39B-420A-E6477293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242429-07B4-9054-A986-064C7667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6099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FE6464-569B-937B-9EC0-9A696D4F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43A510-9470-AD4A-8303-0AEFC7FD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EA66C98-2D8D-58CB-6FCB-AE666769A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D8D50C-0DF1-5B59-38DB-AA6D5DF2F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5B5FB6-459A-A8BC-8D42-E0389E70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171F3F-1EA7-F22D-68A8-BA7BE9ED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46129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8F51C3-0FEC-9612-5EEA-24C904494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054BE53-1576-25D8-C395-0E2EC9038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6A0302-FF86-B672-05BA-3576D41C5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45388A-45CD-8AFA-BC9D-DE595675F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B97B1B-6395-D4CD-3262-11264840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370361-9395-AC6F-3DF7-97B04CA7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99263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22E2F6-5270-6CF4-4E0A-969F2C59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BFDFFA-56F4-5DF5-06D7-83B9D9DA9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BEAF86-3ED3-77C7-7269-2CDD8151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94F7CC-C291-E6D6-83AB-13807348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6F59D0-1706-FFA6-3CF6-EE2C6F93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3763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9782BEB-40ED-07BE-3EF2-B69D545A2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3E0EFF8-D9D1-FCD6-7226-0BA0ADB03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556E8D-4118-7FA1-A497-5978C197A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0DAB3F-EAEA-FC1E-AFC3-342EAE51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3439BC-F0A6-4FE6-6375-F57B553F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236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3FE26EB-ACA1-350D-3821-3C8C1F9D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9152B3-02BB-CB5B-1FD5-228D96E60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9854D6-F36D-D103-07D1-D90CE69BD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89E16-D1EE-4141-BF76-FB34F49BA178}" type="datetimeFigureOut">
              <a:rPr lang="de-CH" smtClean="0"/>
              <a:t>24.03.2026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F7F26B-AB76-8BBB-9314-D30D546A9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49FFAA-E38A-FC79-4088-FCB9C76C6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D67EE-59A8-49D0-8412-1D978DF6CB1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8469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png"/><Relationship Id="rId18" Type="http://schemas.microsoft.com/office/2007/relationships/hdphoto" Target="../media/hdphoto8.wdp"/><Relationship Id="rId3" Type="http://schemas.microsoft.com/office/2007/relationships/hdphoto" Target="../media/hdphoto1.wdp"/><Relationship Id="rId21" Type="http://schemas.openxmlformats.org/officeDocument/2006/relationships/image" Target="../media/image16.png"/><Relationship Id="rId7" Type="http://schemas.microsoft.com/office/2007/relationships/hdphoto" Target="../media/hdphoto3.wdp"/><Relationship Id="rId12" Type="http://schemas.microsoft.com/office/2007/relationships/hdphoto" Target="../media/hdphoto5.wdp"/><Relationship Id="rId17" Type="http://schemas.openxmlformats.org/officeDocument/2006/relationships/image" Target="../media/image14.png"/><Relationship Id="rId2" Type="http://schemas.openxmlformats.org/officeDocument/2006/relationships/image" Target="../media/image6.png"/><Relationship Id="rId16" Type="http://schemas.microsoft.com/office/2007/relationships/hdphoto" Target="../media/hdphoto7.wdp"/><Relationship Id="rId20" Type="http://schemas.microsoft.com/office/2007/relationships/hdphoto" Target="../media/hdphoto9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microsoft.com/office/2007/relationships/hdphoto" Target="../media/hdphoto2.wdp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microsoft.com/office/2007/relationships/hdphoto" Target="../media/hdphoto4.wdp"/><Relationship Id="rId1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4.png"/><Relationship Id="rId3" Type="http://schemas.microsoft.com/office/2007/relationships/hdphoto" Target="../media/hdphoto7.wdp"/><Relationship Id="rId7" Type="http://schemas.openxmlformats.org/officeDocument/2006/relationships/image" Target="../media/image7.png"/><Relationship Id="rId12" Type="http://schemas.microsoft.com/office/2007/relationships/hdphoto" Target="../media/hdphoto6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2.png"/><Relationship Id="rId5" Type="http://schemas.microsoft.com/office/2007/relationships/hdphoto" Target="../media/hdphoto9.wdp"/><Relationship Id="rId10" Type="http://schemas.microsoft.com/office/2007/relationships/hdphoto" Target="../media/hdphoto1.wdp"/><Relationship Id="rId4" Type="http://schemas.openxmlformats.org/officeDocument/2006/relationships/image" Target="../media/image15.png"/><Relationship Id="rId9" Type="http://schemas.openxmlformats.org/officeDocument/2006/relationships/image" Target="../media/image6.png"/><Relationship Id="rId14" Type="http://schemas.microsoft.com/office/2007/relationships/hdphoto" Target="../media/hdphoto8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microsoft.com/office/2007/relationships/hdphoto" Target="../media/hdphoto9.wdp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microsoft.com/office/2007/relationships/hdphoto" Target="../media/hdphoto9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4.png"/><Relationship Id="rId7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microsoft.com/office/2007/relationships/hdphoto" Target="../media/hdphoto9.wdp"/><Relationship Id="rId4" Type="http://schemas.openxmlformats.org/officeDocument/2006/relationships/image" Target="../media/image15.png"/><Relationship Id="rId9" Type="http://schemas.microsoft.com/office/2007/relationships/hdphoto" Target="../media/hdphoto5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.png"/><Relationship Id="rId7" Type="http://schemas.microsoft.com/office/2007/relationships/hdphoto" Target="../media/hdphoto5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microsoft.com/office/2007/relationships/hdphoto" Target="../media/hdphoto9.wdp"/><Relationship Id="rId9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microsoft.com/office/2007/relationships/hdphoto" Target="../media/hdphoto9.wdp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11" Type="http://schemas.microsoft.com/office/2007/relationships/hdphoto" Target="../media/hdphoto10.wdp"/><Relationship Id="rId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16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microsoft.com/office/2007/relationships/hdphoto" Target="../media/hdphoto9.wdp"/><Relationship Id="rId5" Type="http://schemas.openxmlformats.org/officeDocument/2006/relationships/image" Target="../media/image15.png"/><Relationship Id="rId4" Type="http://schemas.microsoft.com/office/2007/relationships/hdphoto" Target="../media/hdphoto8.wdp"/><Relationship Id="rId9" Type="http://schemas.microsoft.com/office/2007/relationships/hdphoto" Target="../media/hdphoto6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microsoft.com/office/2007/relationships/hdphoto" Target="../media/hdphoto2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microsoft.com/office/2007/relationships/hdphoto" Target="../media/hdphoto9.wdp"/><Relationship Id="rId9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A19250D-D569-4232-9020-BD415AE51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F55303-22EA-9161-49FE-2860F2679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4513" y="841375"/>
            <a:ext cx="3505200" cy="3114698"/>
          </a:xfrm>
        </p:spPr>
        <p:txBody>
          <a:bodyPr>
            <a:normAutofit/>
          </a:bodyPr>
          <a:lstStyle/>
          <a:p>
            <a:r>
              <a:rPr lang="de-CH" sz="5600">
                <a:solidFill>
                  <a:schemeClr val="bg1"/>
                </a:solidFill>
              </a:rPr>
              <a:t>Top Down Shooter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EFA9565-ADE1-3124-10C9-267E88926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513" y="4337072"/>
            <a:ext cx="3506264" cy="1671616"/>
          </a:xfrm>
        </p:spPr>
        <p:txBody>
          <a:bodyPr>
            <a:normAutofit/>
          </a:bodyPr>
          <a:lstStyle/>
          <a:p>
            <a:r>
              <a:rPr lang="de-CH">
                <a:solidFill>
                  <a:schemeClr val="bg1"/>
                </a:solidFill>
              </a:rPr>
              <a:t>Modul 306A</a:t>
            </a:r>
            <a:br>
              <a:rPr lang="de-CH">
                <a:solidFill>
                  <a:schemeClr val="bg1"/>
                </a:solidFill>
              </a:rPr>
            </a:br>
            <a:br>
              <a:rPr lang="de-CH">
                <a:solidFill>
                  <a:schemeClr val="bg1"/>
                </a:solidFill>
              </a:rPr>
            </a:br>
            <a:br>
              <a:rPr lang="de-CH">
                <a:solidFill>
                  <a:schemeClr val="bg1"/>
                </a:solidFill>
              </a:rPr>
            </a:br>
            <a:endParaRPr lang="de-CH">
              <a:solidFill>
                <a:schemeClr val="bg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BAEF06-AB74-442C-8C30-B88233FD8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408764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DFD9AA5-A6A4-499F-BB09-5CD7F8145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" y="0"/>
              <a:ext cx="3986041" cy="6858000"/>
              <a:chOff x="1" y="0"/>
              <a:chExt cx="3986041" cy="6858000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5F499571-4EEA-4442-B71C-2972335B3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FFC7284-7A71-4F33-AB06-E0D1EB1CAF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27F758D-B23C-459E-AD21-6621782C7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2748588" y="0"/>
              <a:ext cx="1339053" cy="6858000"/>
              <a:chOff x="2748588" y="0"/>
              <a:chExt cx="1339053" cy="6858000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8DD5D69-A882-48D7-ACFB-68E2DC6B04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A2432BD6-3DCC-4397-BD7F-3FE84F3210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blipFill dpi="0" rotWithShape="1">
                <a:blip r:embed="rId3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9829185-6353-4E3C-B082-AA7F51939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104360" y="0"/>
            <a:ext cx="408764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B7BB359-8B77-484C-B9CD-6376139A3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" y="0"/>
              <a:ext cx="3986041" cy="6858000"/>
              <a:chOff x="1" y="0"/>
              <a:chExt cx="3986041" cy="6858000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A96BE9D-5B3B-4CA9-8895-33FAA38046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840E2BF-E954-4173-BF70-2DAE9E19A0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F125B5A-DFAC-4B6D-B14F-287F8C436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2748588" y="0"/>
              <a:ext cx="1339053" cy="6858000"/>
              <a:chOff x="2748588" y="0"/>
              <a:chExt cx="1339053" cy="6858000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AF4804F-69E5-479A-9F45-C0E4631715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3CA5C733-38F9-4D36-A78D-0AB08CCBB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blipFill dpi="0" rotWithShape="1">
                <a:blip r:embed="rId3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D418988-2F9C-7F1F-1724-3E6084201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76" y="1524002"/>
            <a:ext cx="1973473" cy="1859999"/>
          </a:xfrm>
          <a:custGeom>
            <a:avLst/>
            <a:gdLst/>
            <a:ahLst/>
            <a:cxnLst/>
            <a:rect l="l" t="t" r="r" b="b"/>
            <a:pathLst>
              <a:path w="2598738" h="1860001">
                <a:moveTo>
                  <a:pt x="0" y="0"/>
                </a:moveTo>
                <a:lnTo>
                  <a:pt x="2598738" y="0"/>
                </a:lnTo>
                <a:lnTo>
                  <a:pt x="2598738" y="1860001"/>
                </a:lnTo>
                <a:lnTo>
                  <a:pt x="0" y="1860001"/>
                </a:lnTo>
                <a:close/>
              </a:path>
            </a:pathLst>
          </a:cu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BEF8E9F-7DBE-610A-0C04-A5FA66CC0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2581" y="1710112"/>
            <a:ext cx="2598738" cy="1487777"/>
          </a:xfrm>
          <a:custGeom>
            <a:avLst/>
            <a:gdLst/>
            <a:ahLst/>
            <a:cxnLst/>
            <a:rect l="l" t="t" r="r" b="b"/>
            <a:pathLst>
              <a:path w="2598738" h="1860001">
                <a:moveTo>
                  <a:pt x="0" y="0"/>
                </a:moveTo>
                <a:lnTo>
                  <a:pt x="2598738" y="0"/>
                </a:lnTo>
                <a:lnTo>
                  <a:pt x="2598738" y="1860001"/>
                </a:lnTo>
                <a:lnTo>
                  <a:pt x="0" y="1860001"/>
                </a:lnTo>
                <a:close/>
              </a:path>
            </a:pathLst>
          </a:cu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5DA14A6-23C6-F23C-789B-712CF7494C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544" y="3721832"/>
            <a:ext cx="2598738" cy="1364337"/>
          </a:xfrm>
          <a:custGeom>
            <a:avLst/>
            <a:gdLst/>
            <a:ahLst/>
            <a:cxnLst/>
            <a:rect l="l" t="t" r="r" b="b"/>
            <a:pathLst>
              <a:path w="2598738" h="1859999">
                <a:moveTo>
                  <a:pt x="0" y="0"/>
                </a:moveTo>
                <a:lnTo>
                  <a:pt x="2598738" y="0"/>
                </a:lnTo>
                <a:lnTo>
                  <a:pt x="2598738" y="1859999"/>
                </a:lnTo>
                <a:lnTo>
                  <a:pt x="0" y="1859999"/>
                </a:lnTo>
                <a:close/>
              </a:path>
            </a:pathLst>
          </a:cu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655BD4-888F-694C-A348-3857B314AE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2581" y="3754316"/>
            <a:ext cx="2598738" cy="1299369"/>
          </a:xfrm>
          <a:custGeom>
            <a:avLst/>
            <a:gdLst/>
            <a:ahLst/>
            <a:cxnLst/>
            <a:rect l="l" t="t" r="r" b="b"/>
            <a:pathLst>
              <a:path w="2598738" h="1859999">
                <a:moveTo>
                  <a:pt x="0" y="0"/>
                </a:moveTo>
                <a:lnTo>
                  <a:pt x="2598738" y="0"/>
                </a:lnTo>
                <a:lnTo>
                  <a:pt x="2598738" y="1859999"/>
                </a:lnTo>
                <a:lnTo>
                  <a:pt x="0" y="1859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74484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llipse 15">
            <a:extLst>
              <a:ext uri="{FF2B5EF4-FFF2-40B4-BE49-F238E27FC236}">
                <a16:creationId xmlns:a16="http://schemas.microsoft.com/office/drawing/2014/main" id="{EF4EAA89-2562-F541-5E43-8765AD5BDA2A}"/>
              </a:ext>
            </a:extLst>
          </p:cNvPr>
          <p:cNvSpPr>
            <a:spLocks/>
          </p:cNvSpPr>
          <p:nvPr/>
        </p:nvSpPr>
        <p:spPr>
          <a:xfrm>
            <a:off x="4054662" y="1073645"/>
            <a:ext cx="4320000" cy="432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87EF0D-8196-CE23-62DF-B1C2F495C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56" y="438378"/>
            <a:ext cx="2620617" cy="4561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dirty="0"/>
              <a:t>Inhalt</a:t>
            </a:r>
          </a:p>
          <a:p>
            <a:endParaRPr lang="de-CH" dirty="0"/>
          </a:p>
          <a:p>
            <a:endParaRPr lang="de-CH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FB9D135-6C9B-9C4D-FE88-51EB831A4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83571" l="8462" r="88462">
                        <a14:foregroundMark x1="20385" y1="10357" x2="26538" y2="15000"/>
                        <a14:foregroundMark x1="12308" y1="22143" x2="11923" y2="26071"/>
                        <a14:foregroundMark x1="8846" y1="21786" x2="8462" y2="18929"/>
                        <a14:foregroundMark x1="69615" y1="81786" x2="76923" y2="83214"/>
                        <a14:foregroundMark x1="86538" y1="65357" x2="88846" y2="71429"/>
                        <a14:foregroundMark x1="36923" y1="83571" x2="36154" y2="82500"/>
                      </a14:backgroundRemoval>
                    </a14:imgEffect>
                  </a14:imgLayer>
                </a14:imgProps>
              </a:ext>
            </a:extLst>
          </a:blip>
          <a:srcRect l="-8052" t="-8124" r="-3544" b="-769"/>
          <a:stretch>
            <a:fillRect/>
          </a:stretch>
        </p:blipFill>
        <p:spPr>
          <a:xfrm>
            <a:off x="4556825" y="3683139"/>
            <a:ext cx="758406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9B5C33AE-D726-D2D0-EB89-C78359847A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12" b="95000" l="52955" r="96136">
                        <a14:foregroundMark x1="71364" y1="51176" x2="70000" y2="53824"/>
                        <a14:foregroundMark x1="77955" y1="55588" x2="65000" y2="47353"/>
                        <a14:foregroundMark x1="65000" y1="47353" x2="74091" y2="57941"/>
                        <a14:foregroundMark x1="74091" y1="57941" x2="76818" y2="48824"/>
                        <a14:foregroundMark x1="77045" y1="49118" x2="72273" y2="43824"/>
                        <a14:foregroundMark x1="67045" y1="57353" x2="76818" y2="58824"/>
                        <a14:foregroundMark x1="63864" y1="70294" x2="69318" y2="66471"/>
                        <a14:foregroundMark x1="83409" y1="64412" x2="78864" y2="64706"/>
                        <a14:foregroundMark x1="77955" y1="89118" x2="85000" y2="88824"/>
                        <a14:foregroundMark x1="69318" y1="91176" x2="60455" y2="90588"/>
                        <a14:foregroundMark x1="57955" y1="92941" x2="56818" y2="95294"/>
                        <a14:foregroundMark x1="87045" y1="57941" x2="87045" y2="55882"/>
                        <a14:foregroundMark x1="94091" y1="9412" x2="95227" y2="12059"/>
                        <a14:foregroundMark x1="96136" y1="24412" x2="96136" y2="27353"/>
                        <a14:foregroundMark x1="88182" y1="45882" x2="89773" y2="32059"/>
                        <a14:backgroundMark x1="77955" y1="62941" x2="78636" y2="62647"/>
                        <a14:backgroundMark x1="86591" y1="56471" x2="86818" y2="55294"/>
                        <a14:backgroundMark x1="87273" y1="47941" x2="87273" y2="48529"/>
                      </a14:backgroundRemoval>
                    </a14:imgEffect>
                  </a14:imgLayer>
                </a14:imgProps>
              </a:ext>
            </a:extLst>
          </a:blip>
          <a:srcRect l="33123" t="5090" r="-10312"/>
          <a:stretch>
            <a:fillRect/>
          </a:stretch>
        </p:blipFill>
        <p:spPr>
          <a:xfrm>
            <a:off x="4277708" y="2644441"/>
            <a:ext cx="787927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4E804DB5-87C4-C243-D734-348AAFAB04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7190" r="94444">
                        <a14:foregroundMark x1="7190" y1="72549" x2="7190" y2="73725"/>
                        <a14:foregroundMark x1="91830" y1="58824" x2="94444" y2="57843"/>
                      </a14:backgroundRemoval>
                    </a14:imgEffect>
                  </a14:imgLayer>
                </a14:imgProps>
              </a:ext>
            </a:extLst>
          </a:blip>
          <a:srcRect l="-1922" t="-11407" r="1922" b="-7758"/>
          <a:stretch>
            <a:fillRect/>
          </a:stretch>
        </p:blipFill>
        <p:spPr>
          <a:xfrm rot="20124660">
            <a:off x="7244324" y="3683140"/>
            <a:ext cx="802564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4E5DA23A-AC70-F801-DD1E-46F50AF5CF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18530" y1="41214" x2="38658" y2="285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16169" y="1183712"/>
            <a:ext cx="796985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F2FE080-784B-B965-ECDF-FEE3196B79A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22003" t="-12660" r="-7994" b="-13452"/>
          <a:stretch>
            <a:fillRect/>
          </a:stretch>
        </p:blipFill>
        <p:spPr>
          <a:xfrm>
            <a:off x="6856434" y="1612319"/>
            <a:ext cx="821526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190F9A49-F36B-BA33-D2A8-48FB4A3F03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167" l="9667" r="90000">
                        <a14:foregroundMark x1="18667" y1="62333" x2="38833" y2="52500"/>
                        <a14:foregroundMark x1="38833" y1="52500" x2="41500" y2="52000"/>
                        <a14:foregroundMark x1="26500" y1="55333" x2="18333" y2="57000"/>
                        <a14:foregroundMark x1="29167" y1="73167" x2="42500" y2="78833"/>
                        <a14:foregroundMark x1="42500" y1="78833" x2="44167" y2="78500"/>
                        <a14:foregroundMark x1="34333" y1="73000" x2="27500" y2="80000"/>
                        <a14:foregroundMark x1="9833" y1="52167" x2="9833" y2="55667"/>
                        <a14:foregroundMark x1="58000" y1="21667" x2="32833" y2="20167"/>
                        <a14:foregroundMark x1="58667" y1="43667" x2="78000" y2="52500"/>
                        <a14:foregroundMark x1="71500" y1="74167" x2="62833" y2="73833"/>
                        <a14:foregroundMark x1="62833" y1="73833" x2="53667" y2="70833"/>
                        <a14:foregroundMark x1="53667" y1="70833" x2="57667" y2="63333"/>
                        <a14:foregroundMark x1="57667" y1="63333" x2="66333" y2="67667"/>
                        <a14:foregroundMark x1="66333" y1="67667" x2="69667" y2="68333"/>
                        <a14:foregroundMark x1="54333" y1="63000" x2="56167" y2="61167"/>
                        <a14:foregroundMark x1="31833" y1="26000" x2="31167" y2="19333"/>
                        <a14:foregroundMark x1="24667" y1="90167" x2="26000" y2="90000"/>
                        <a14:foregroundMark x1="11000" y1="56167" x2="9833" y2="52833"/>
                        <a14:backgroundMark x1="48167" y1="54667" x2="47667" y2="54000"/>
                        <a14:backgroundMark x1="9333" y1="56833" x2="9833" y2="528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07447" y="2632015"/>
            <a:ext cx="796985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1D93F98D-5577-E276-A05E-5D544A42781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744" b="89776" l="7668" r="90735">
                        <a14:foregroundMark x1="9585" y1="62780" x2="7668" y2="51438"/>
                        <a14:foregroundMark x1="7668" y1="51438" x2="9425" y2="49042"/>
                        <a14:foregroundMark x1="88978" y1="52396" x2="90735" y2="59585"/>
                      </a14:backgroundRemoval>
                    </a14:imgEffect>
                  </a14:imgLayer>
                </a14:imgProps>
              </a:ext>
            </a:extLst>
          </a:blip>
          <a:srcRect l="-6120" t="-8227" r="-4346" b="3130"/>
          <a:stretch>
            <a:fillRect/>
          </a:stretch>
        </p:blipFill>
        <p:spPr>
          <a:xfrm>
            <a:off x="6385081" y="4398371"/>
            <a:ext cx="837676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8F292C12-FC58-A82B-90D8-FCBE88E34A2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>
                        <a14:foregroundMark x1="19010" y1="45367" x2="27476" y2="43450"/>
                        <a14:foregroundMark x1="20447" y1="27796" x2="23003" y2="29553"/>
                        <a14:foregroundMark x1="31150" y1="12300" x2="33067" y2="19169"/>
                        <a14:foregroundMark x1="69169" y1="14217" x2="66773" y2="19489"/>
                        <a14:foregroundMark x1="74281" y1="30671" x2="79553" y2="28115"/>
                        <a14:foregroundMark x1="74760" y1="43610" x2="79872" y2="45048"/>
                        <a14:foregroundMark x1="55272" y1="86741" x2="49201" y2="875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71672" y="1642955"/>
            <a:ext cx="796985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ABCC94B5-9F72-81B7-0AFB-F9C5A996F50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-12517" b="-35120"/>
          <a:stretch>
            <a:fillRect/>
          </a:stretch>
        </p:blipFill>
        <p:spPr>
          <a:xfrm>
            <a:off x="5284591" y="4345417"/>
            <a:ext cx="790089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D945EF9-E10B-B28C-0F67-9EB9B10A702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7422" b="89844" l="9766" r="89844">
                        <a14:foregroundMark x1="75000" y1="7422" x2="69531" y2="23047"/>
                        <a14:backgroundMark x1="19922" y1="47266" x2="42188" y2="39844"/>
                        <a14:backgroundMark x1="42188" y1="39844" x2="57422" y2="62109"/>
                        <a14:backgroundMark x1="57422" y1="62109" x2="46875" y2="83594"/>
                        <a14:backgroundMark x1="46875" y1="83594" x2="18750" y2="80469"/>
                        <a14:backgroundMark x1="18750" y1="80469" x2="17188" y2="78516"/>
                        <a14:backgroundMark x1="23828" y1="53125" x2="8594" y2="70703"/>
                        <a14:backgroundMark x1="8594" y1="70703" x2="23438" y2="49219"/>
                        <a14:backgroundMark x1="23438" y1="49219" x2="23047" y2="59375"/>
                        <a14:backgroundMark x1="35156" y1="55078" x2="59766" y2="69922"/>
                        <a14:backgroundMark x1="59766" y1="69922" x2="53906" y2="91406"/>
                        <a14:backgroundMark x1="62109" y1="82422" x2="60938" y2="57031"/>
                        <a14:backgroundMark x1="60938" y1="57031" x2="53906" y2="46484"/>
                        <a14:backgroundMark x1="60938" y1="46875" x2="57813" y2="56641"/>
                        <a14:backgroundMark x1="64844" y1="62500" x2="68750" y2="64844"/>
                        <a14:backgroundMark x1="69141" y1="75000" x2="68359" y2="58594"/>
                        <a14:backgroundMark x1="67578" y1="76563" x2="58984" y2="44141"/>
                        <a14:backgroundMark x1="63672" y1="51563" x2="60156" y2="45703"/>
                        <a14:backgroundMark x1="63281" y1="54297" x2="45313" y2="41797"/>
                        <a14:backgroundMark x1="45313" y1="41797" x2="32813" y2="41797"/>
                        <a14:backgroundMark x1="37500" y1="38672" x2="46094" y2="41406"/>
                        <a14:backgroundMark x1="46484" y1="43359" x2="32813" y2="40234"/>
                        <a14:backgroundMark x1="31641" y1="46484" x2="20703" y2="44531"/>
                        <a14:backgroundMark x1="18750" y1="55859" x2="27734" y2="42188"/>
                        <a14:backgroundMark x1="27734" y1="45313" x2="17188" y2="46094"/>
                        <a14:backgroundMark x1="38672" y1="35938" x2="44141" y2="36328"/>
                        <a14:backgroundMark x1="38672" y1="35938" x2="30859" y2="42188"/>
                        <a14:backgroundMark x1="35156" y1="42578" x2="37500" y2="35156"/>
                        <a14:backgroundMark x1="36719" y1="39844" x2="35938" y2="35938"/>
                        <a14:backgroundMark x1="36328" y1="40625" x2="31641" y2="36328"/>
                        <a14:backgroundMark x1="36719" y1="41406" x2="26172" y2="37500"/>
                        <a14:backgroundMark x1="49219" y1="41406" x2="42188" y2="37500"/>
                        <a14:backgroundMark x1="44531" y1="40625" x2="47266" y2="39453"/>
                        <a14:backgroundMark x1="51563" y1="46094" x2="57813" y2="42188"/>
                        <a14:backgroundMark x1="62500" y1="47656" x2="64453" y2="49219"/>
                        <a14:backgroundMark x1="64453" y1="52344" x2="59375" y2="44922"/>
                        <a14:backgroundMark x1="63281" y1="50391" x2="50391" y2="45703"/>
                        <a14:backgroundMark x1="53516" y1="45703" x2="55469" y2="42969"/>
                        <a14:backgroundMark x1="54688" y1="46484" x2="48438" y2="40234"/>
                        <a14:backgroundMark x1="22656" y1="42188" x2="16016" y2="47656"/>
                        <a14:backgroundMark x1="23047" y1="43359" x2="25781" y2="44141"/>
                        <a14:backgroundMark x1="26953" y1="44531" x2="21875" y2="42188"/>
                        <a14:backgroundMark x1="28906" y1="45703" x2="19922" y2="42969"/>
                        <a14:backgroundMark x1="26172" y1="44531" x2="21484" y2="42188"/>
                        <a14:backgroundMark x1="26953" y1="45703" x2="23828" y2="41406"/>
                        <a14:backgroundMark x1="23828" y1="43359" x2="23047" y2="46094"/>
                        <a14:backgroundMark x1="12891" y1="51563" x2="12891" y2="51563"/>
                        <a14:backgroundMark x1="16797" y1="50000" x2="16797" y2="50000"/>
                        <a14:backgroundMark x1="16406" y1="50000" x2="15625" y2="49609"/>
                        <a14:backgroundMark x1="15625" y1="49219" x2="15625" y2="50781"/>
                        <a14:backgroundMark x1="17188" y1="52734" x2="17578" y2="53516"/>
                        <a14:backgroundMark x1="17578" y1="53516" x2="15234" y2="50000"/>
                        <a14:backgroundMark x1="15234" y1="49609" x2="15234" y2="49609"/>
                        <a14:backgroundMark x1="15234" y1="49219" x2="15234" y2="49219"/>
                        <a14:backgroundMark x1="15625" y1="49219" x2="15625" y2="49219"/>
                        <a14:backgroundMark x1="15625" y1="48438" x2="15625" y2="48438"/>
                        <a14:backgroundMark x1="16016" y1="48047" x2="16016" y2="48047"/>
                        <a14:backgroundMark x1="16797" y1="48828" x2="16797" y2="50391"/>
                        <a14:backgroundMark x1="17578" y1="51172" x2="17578" y2="52734"/>
                        <a14:backgroundMark x1="18359" y1="53906" x2="18359" y2="53906"/>
                        <a14:backgroundMark x1="18750" y1="54297" x2="18750" y2="54297"/>
                        <a14:backgroundMark x1="18750" y1="54297" x2="18750" y2="54297"/>
                        <a14:backgroundMark x1="18359" y1="54297" x2="16797" y2="55078"/>
                        <a14:backgroundMark x1="9766" y1="69141" x2="9375" y2="68750"/>
                        <a14:backgroundMark x1="8984" y1="67188" x2="8594" y2="66016"/>
                        <a14:backgroundMark x1="9766" y1="64453" x2="9766" y2="63281"/>
                        <a14:backgroundMark x1="12109" y1="60938" x2="12109" y2="60938"/>
                        <a14:backgroundMark x1="7813" y1="67969" x2="7813" y2="67188"/>
                        <a14:backgroundMark x1="9766" y1="62500" x2="10938" y2="61328"/>
                        <a14:backgroundMark x1="12891" y1="59766" x2="12891" y2="59766"/>
                        <a14:backgroundMark x1="19531" y1="60938" x2="18750" y2="60938"/>
                        <a14:backgroundMark x1="15234" y1="61719" x2="14453" y2="61719"/>
                        <a14:backgroundMark x1="14453" y1="61719" x2="8203" y2="59375"/>
                        <a14:backgroundMark x1="16016" y1="61328" x2="16016" y2="60547"/>
                        <a14:backgroundMark x1="14844" y1="59766" x2="14844" y2="59766"/>
                        <a14:backgroundMark x1="15234" y1="59766" x2="15234" y2="59766"/>
                        <a14:backgroundMark x1="13672" y1="59766" x2="13672" y2="59766"/>
                        <a14:backgroundMark x1="13281" y1="60547" x2="13281" y2="60547"/>
                        <a14:backgroundMark x1="11719" y1="60547" x2="10938" y2="60547"/>
                        <a14:backgroundMark x1="11719" y1="60547" x2="11719" y2="60547"/>
                        <a14:backgroundMark x1="13672" y1="60156" x2="13672" y2="60156"/>
                        <a14:backgroundMark x1="14844" y1="60156" x2="13672" y2="59766"/>
                        <a14:backgroundMark x1="13281" y1="59766" x2="13281" y2="59766"/>
                        <a14:backgroundMark x1="12891" y1="59766" x2="8203" y2="60547"/>
                        <a14:backgroundMark x1="16406" y1="59375" x2="16406" y2="59375"/>
                        <a14:backgroundMark x1="15625" y1="59375" x2="15625" y2="59375"/>
                        <a14:backgroundMark x1="62109" y1="59766" x2="68750" y2="61328"/>
                        <a14:backgroundMark x1="63281" y1="58594" x2="71484" y2="61328"/>
                        <a14:backgroundMark x1="62891" y1="59766" x2="67578" y2="70313"/>
                        <a14:backgroundMark x1="68750" y1="73438" x2="67578" y2="60547"/>
                        <a14:backgroundMark x1="69141" y1="68359" x2="69141" y2="60156"/>
                        <a14:backgroundMark x1="69141" y1="72266" x2="69531" y2="62891"/>
                        <a14:backgroundMark x1="66016" y1="73828" x2="53125" y2="71484"/>
                        <a14:backgroundMark x1="66016" y1="83984" x2="60156" y2="77734"/>
                        <a14:backgroundMark x1="64453" y1="86328" x2="59766" y2="76953"/>
                        <a14:backgroundMark x1="63672" y1="83203" x2="50000" y2="95703"/>
                        <a14:backgroundMark x1="62500" y1="89453" x2="62891" y2="85547"/>
                        <a14:backgroundMark x1="64063" y1="51172" x2="62500" y2="48438"/>
                        <a14:backgroundMark x1="62109" y1="46875" x2="54297" y2="44531"/>
                        <a14:backgroundMark x1="64063" y1="48828" x2="52734" y2="43750"/>
                        <a14:backgroundMark x1="54297" y1="44531" x2="54688" y2="42578"/>
                        <a14:backgroundMark x1="54688" y1="43359" x2="54688" y2="43359"/>
                        <a14:backgroundMark x1="54688" y1="43750" x2="54688" y2="43750"/>
                        <a14:backgroundMark x1="55078" y1="43750" x2="55078" y2="43750"/>
                        <a14:backgroundMark x1="56641" y1="43359" x2="57422" y2="43359"/>
                        <a14:backgroundMark x1="58594" y1="42969" x2="58594" y2="42969"/>
                        <a14:backgroundMark x1="59375" y1="42969" x2="59375" y2="42969"/>
                        <a14:backgroundMark x1="60938" y1="43750" x2="60938" y2="43750"/>
                        <a14:backgroundMark x1="60938" y1="43750" x2="60938" y2="43750"/>
                        <a14:backgroundMark x1="61328" y1="45703" x2="61328" y2="45703"/>
                        <a14:backgroundMark x1="61719" y1="46484" x2="61719" y2="46484"/>
                        <a14:backgroundMark x1="61719" y1="45703" x2="61719" y2="45703"/>
                        <a14:backgroundMark x1="53516" y1="43359" x2="53516" y2="43359"/>
                        <a14:backgroundMark x1="53516" y1="43359" x2="53516" y2="43359"/>
                        <a14:backgroundMark x1="53516" y1="43359" x2="53516" y2="43359"/>
                        <a14:backgroundMark x1="47266" y1="38281" x2="47266" y2="38281"/>
                        <a14:backgroundMark x1="46094" y1="38281" x2="46094" y2="38281"/>
                        <a14:backgroundMark x1="46094" y1="38281" x2="44531" y2="37109"/>
                        <a14:backgroundMark x1="34375" y1="35156" x2="37500" y2="36719"/>
                      </a14:backgroundRemoval>
                    </a14:imgEffect>
                  </a14:imgLayer>
                </a14:imgProps>
              </a:ext>
            </a:extLst>
          </a:blip>
          <a:srcRect l="47392" t="3840" r="9472" b="53148"/>
          <a:stretch>
            <a:fillRect/>
          </a:stretch>
        </p:blipFill>
        <p:spPr>
          <a:xfrm>
            <a:off x="5978666" y="2969757"/>
            <a:ext cx="529281" cy="527776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1FF6908A-A34E-73E4-5EF1-29A923C81B7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9766" b="92188" l="6250" r="89844">
                        <a14:foregroundMark x1="38281" y1="92578" x2="45313" y2="92578"/>
                        <a14:foregroundMark x1="31250" y1="39844" x2="16406" y2="59375"/>
                        <a14:foregroundMark x1="16406" y1="59375" x2="6250" y2="87891"/>
                        <a14:foregroundMark x1="6250" y1="87891" x2="21094" y2="65625"/>
                        <a14:foregroundMark x1="21094" y1="65625" x2="21484" y2="55078"/>
                        <a14:backgroundMark x1="81250" y1="20313" x2="72656" y2="41016"/>
                        <a14:backgroundMark x1="72656" y1="41016" x2="57813" y2="20313"/>
                        <a14:backgroundMark x1="57813" y1="20313" x2="76953" y2="15625"/>
                        <a14:backgroundMark x1="82422" y1="8984" x2="81641" y2="19922"/>
                        <a14:backgroundMark x1="88281" y1="26563" x2="82422" y2="27734"/>
                        <a14:backgroundMark x1="67969" y1="42969" x2="58984" y2="35938"/>
                        <a14:backgroundMark x1="53516" y1="37109" x2="57813" y2="27344"/>
                        <a14:backgroundMark x1="56250" y1="24609" x2="46875" y2="24219"/>
                        <a14:backgroundMark x1="58984" y1="7813" x2="55859" y2="17578"/>
                        <a14:backgroundMark x1="55469" y1="20703" x2="51563" y2="7813"/>
                        <a14:backgroundMark x1="54688" y1="19922" x2="50000" y2="11719"/>
                        <a14:backgroundMark x1="55078" y1="20703" x2="48438" y2="22266"/>
                        <a14:backgroundMark x1="51563" y1="31641" x2="53125" y2="19922"/>
                        <a14:backgroundMark x1="56641" y1="40234" x2="55469" y2="29297"/>
                        <a14:backgroundMark x1="54688" y1="32422" x2="50000" y2="35938"/>
                        <a14:backgroundMark x1="87891" y1="20313" x2="89063" y2="30469"/>
                        <a14:backgroundMark x1="89844" y1="30469" x2="83984" y2="31250"/>
                        <a14:backgroundMark x1="86328" y1="40625" x2="84766" y2="31250"/>
                        <a14:backgroundMark x1="85547" y1="41016" x2="76172" y2="40625"/>
                        <a14:backgroundMark x1="81641" y1="43359" x2="61328" y2="28516"/>
                        <a14:backgroundMark x1="75000" y1="46094" x2="66016" y2="44141"/>
                        <a14:backgroundMark x1="71875" y1="48828" x2="64844" y2="42578"/>
                        <a14:backgroundMark x1="69141" y1="47266" x2="60156" y2="38672"/>
                        <a14:backgroundMark x1="67188" y1="46875" x2="63672" y2="43750"/>
                        <a14:backgroundMark x1="73438" y1="46875" x2="73828" y2="37500"/>
                        <a14:backgroundMark x1="82031" y1="42969" x2="71094" y2="36719"/>
                        <a14:backgroundMark x1="87109" y1="39844" x2="83203" y2="30078"/>
                        <a14:backgroundMark x1="77344" y1="42578" x2="73828" y2="37109"/>
                        <a14:backgroundMark x1="77344" y1="41406" x2="66016" y2="40234"/>
                        <a14:backgroundMark x1="67188" y1="42188" x2="53906" y2="39453"/>
                        <a14:backgroundMark x1="55078" y1="41016" x2="61328" y2="41406"/>
                        <a14:backgroundMark x1="52734" y1="38672" x2="51172" y2="37109"/>
                        <a14:backgroundMark x1="53125" y1="40234" x2="55078" y2="39453"/>
                        <a14:backgroundMark x1="54688" y1="21094" x2="47266" y2="20313"/>
                        <a14:backgroundMark x1="54297" y1="20313" x2="49219" y2="19531"/>
                        <a14:backgroundMark x1="48438" y1="21875" x2="51172" y2="29688"/>
                        <a14:backgroundMark x1="51563" y1="30469" x2="48047" y2="22656"/>
                        <a14:backgroundMark x1="50781" y1="30859" x2="44531" y2="22656"/>
                      </a14:backgroundRemoval>
                    </a14:imgEffect>
                  </a14:imgLayer>
                </a14:imgProps>
              </a:ext>
            </a:extLst>
          </a:blip>
          <a:srcRect l="8760" t="35019" r="29840" b="4164"/>
          <a:stretch>
            <a:fillRect/>
          </a:stretch>
        </p:blipFill>
        <p:spPr>
          <a:xfrm rot="20368896">
            <a:off x="6269918" y="2393454"/>
            <a:ext cx="822183" cy="814378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55BE3D22-11B8-2737-9E57-9AF3C0D4A7F8}"/>
              </a:ext>
            </a:extLst>
          </p:cNvPr>
          <p:cNvSpPr txBox="1"/>
          <p:nvPr/>
        </p:nvSpPr>
        <p:spPr>
          <a:xfrm>
            <a:off x="4795242" y="566163"/>
            <a:ext cx="271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Castellar" panose="020A0402060406010301" pitchFamily="18" charset="0"/>
              </a:rPr>
              <a:t>Rollenzuteilung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447B6570-3694-1658-D5A5-734D06CAB08F}"/>
              </a:ext>
            </a:extLst>
          </p:cNvPr>
          <p:cNvSpPr txBox="1"/>
          <p:nvPr/>
        </p:nvSpPr>
        <p:spPr>
          <a:xfrm>
            <a:off x="2790752" y="5231996"/>
            <a:ext cx="2215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Castellar" panose="020A0402060406010301" pitchFamily="18" charset="0"/>
              </a:rPr>
              <a:t>Anforderung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6BB4331-00A6-52DD-CE3B-B41980AF6C55}"/>
              </a:ext>
            </a:extLst>
          </p:cNvPr>
          <p:cNvSpPr txBox="1"/>
          <p:nvPr/>
        </p:nvSpPr>
        <p:spPr>
          <a:xfrm>
            <a:off x="8022963" y="1581583"/>
            <a:ext cx="1937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Castellar" panose="020A0402060406010301" pitchFamily="18" charset="0"/>
              </a:rPr>
              <a:t>Ressourcen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ADC83995-5F72-6DE6-4499-4755D22F9164}"/>
              </a:ext>
            </a:extLst>
          </p:cNvPr>
          <p:cNvSpPr txBox="1"/>
          <p:nvPr/>
        </p:nvSpPr>
        <p:spPr>
          <a:xfrm>
            <a:off x="8549270" y="2853200"/>
            <a:ext cx="2346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Castellar" panose="020A0402060406010301" pitchFamily="18" charset="0"/>
              </a:rPr>
              <a:t>Risikoanalyse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CC26EF30-ED43-37F8-FE22-9ED1C7C07D16}"/>
              </a:ext>
            </a:extLst>
          </p:cNvPr>
          <p:cNvSpPr txBox="1"/>
          <p:nvPr/>
        </p:nvSpPr>
        <p:spPr>
          <a:xfrm>
            <a:off x="809795" y="2845841"/>
            <a:ext cx="334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Castellar" panose="020A0402060406010301" pitchFamily="18" charset="0"/>
              </a:rPr>
              <a:t>Testen und Probieren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2F55BB3-685E-CDCD-80E9-97181BF81882}"/>
              </a:ext>
            </a:extLst>
          </p:cNvPr>
          <p:cNvSpPr txBox="1"/>
          <p:nvPr/>
        </p:nvSpPr>
        <p:spPr>
          <a:xfrm>
            <a:off x="2384276" y="3990992"/>
            <a:ext cx="179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Castellar" panose="020A0402060406010301" pitchFamily="18" charset="0"/>
              </a:rPr>
              <a:t>Umsetzung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67890207-0C8F-E308-DC46-27EF8F727741}"/>
              </a:ext>
            </a:extLst>
          </p:cNvPr>
          <p:cNvSpPr txBox="1"/>
          <p:nvPr/>
        </p:nvSpPr>
        <p:spPr>
          <a:xfrm>
            <a:off x="8318805" y="3976085"/>
            <a:ext cx="1174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Castellar" panose="020A0402060406010301" pitchFamily="18" charset="0"/>
              </a:rPr>
              <a:t>Genre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679AFBFC-B901-6279-29E6-8445C85F3BBA}"/>
              </a:ext>
            </a:extLst>
          </p:cNvPr>
          <p:cNvSpPr txBox="1"/>
          <p:nvPr/>
        </p:nvSpPr>
        <p:spPr>
          <a:xfrm>
            <a:off x="2335556" y="1581583"/>
            <a:ext cx="2003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Castellar" panose="020A0402060406010301" pitchFamily="18" charset="0"/>
              </a:rPr>
              <a:t>Frage Runde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86BB4331-00A6-52DD-CE3B-B41980AF6C55}"/>
              </a:ext>
            </a:extLst>
          </p:cNvPr>
          <p:cNvSpPr txBox="1"/>
          <p:nvPr/>
        </p:nvSpPr>
        <p:spPr>
          <a:xfrm>
            <a:off x="7185515" y="5228514"/>
            <a:ext cx="1937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latin typeface="Castellar" panose="020A0402060406010301" pitchFamily="18" charset="0"/>
              </a:rPr>
              <a:t>Konzept</a:t>
            </a:r>
          </a:p>
        </p:txBody>
      </p:sp>
    </p:spTree>
    <p:extLst>
      <p:ext uri="{BB962C8B-B14F-4D97-AF65-F5344CB8AC3E}">
        <p14:creationId xmlns:p14="http://schemas.microsoft.com/office/powerpoint/2010/main" val="344326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71EDF7-F00D-F177-CDF3-FB621D8E8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Zuständigkeiten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EC7D2A82-F9C5-DB0B-E323-53B172ADB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051289"/>
              </p:ext>
            </p:extLst>
          </p:nvPr>
        </p:nvGraphicFramePr>
        <p:xfrm>
          <a:off x="1638300" y="1577629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198431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3595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Auftragnehmer / -geber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Begriff / Abkürzung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14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Stefanie Gerber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PL (Projektleitung)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14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Christophe Grädel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DEV (Development)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811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Benjamin Phengrasamy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BA (Business Analyst)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631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 err="1"/>
                        <a:t>Sujanthan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Sutheralingam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QA (Qualitätssicherung)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1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Michal </a:t>
                      </a:r>
                      <a:r>
                        <a:rPr lang="de-CH" dirty="0" err="1"/>
                        <a:t>Durik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Auftraggeber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496979"/>
                  </a:ext>
                </a:extLst>
              </a:tr>
            </a:tbl>
          </a:graphicData>
        </a:graphic>
      </p:graphicFrame>
      <p:sp>
        <p:nvSpPr>
          <p:cNvPr id="3" name="Ellipse 2">
            <a:extLst>
              <a:ext uri="{FF2B5EF4-FFF2-40B4-BE49-F238E27FC236}">
                <a16:creationId xmlns:a16="http://schemas.microsoft.com/office/drawing/2014/main" id="{01F33924-A850-7CA4-6067-074B8DE4D065}"/>
              </a:ext>
            </a:extLst>
          </p:cNvPr>
          <p:cNvSpPr>
            <a:spLocks/>
          </p:cNvSpPr>
          <p:nvPr/>
        </p:nvSpPr>
        <p:spPr>
          <a:xfrm>
            <a:off x="-2160000" y="4698000"/>
            <a:ext cx="4320000" cy="43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D7D6DD6-53FF-9C68-70C6-7364ED1AE3A2}"/>
              </a:ext>
            </a:extLst>
          </p:cNvPr>
          <p:cNvSpPr>
            <a:spLocks/>
          </p:cNvSpPr>
          <p:nvPr/>
        </p:nvSpPr>
        <p:spPr>
          <a:xfrm>
            <a:off x="-1440000" y="5372862"/>
            <a:ext cx="2880000" cy="28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8315DD8-FD5E-C53D-0CB5-FE359F2F7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422" b="89844" l="9766" r="89844">
                        <a14:foregroundMark x1="75000" y1="7422" x2="69531" y2="23047"/>
                        <a14:backgroundMark x1="19922" y1="47266" x2="42188" y2="39844"/>
                        <a14:backgroundMark x1="42188" y1="39844" x2="57422" y2="62109"/>
                        <a14:backgroundMark x1="57422" y1="62109" x2="46875" y2="83594"/>
                        <a14:backgroundMark x1="46875" y1="83594" x2="18750" y2="80469"/>
                        <a14:backgroundMark x1="18750" y1="80469" x2="17188" y2="78516"/>
                        <a14:backgroundMark x1="23828" y1="53125" x2="8594" y2="70703"/>
                        <a14:backgroundMark x1="8594" y1="70703" x2="23438" y2="49219"/>
                        <a14:backgroundMark x1="23438" y1="49219" x2="23047" y2="59375"/>
                        <a14:backgroundMark x1="35156" y1="55078" x2="59766" y2="69922"/>
                        <a14:backgroundMark x1="59766" y1="69922" x2="53906" y2="91406"/>
                        <a14:backgroundMark x1="62109" y1="82422" x2="60938" y2="57031"/>
                        <a14:backgroundMark x1="60938" y1="57031" x2="53906" y2="46484"/>
                        <a14:backgroundMark x1="60938" y1="46875" x2="57813" y2="56641"/>
                        <a14:backgroundMark x1="64844" y1="62500" x2="68750" y2="64844"/>
                        <a14:backgroundMark x1="69141" y1="75000" x2="68359" y2="58594"/>
                        <a14:backgroundMark x1="67578" y1="76563" x2="58984" y2="44141"/>
                        <a14:backgroundMark x1="63672" y1="51563" x2="60156" y2="45703"/>
                        <a14:backgroundMark x1="63281" y1="54297" x2="45313" y2="41797"/>
                        <a14:backgroundMark x1="45313" y1="41797" x2="32813" y2="41797"/>
                        <a14:backgroundMark x1="37500" y1="38672" x2="46094" y2="41406"/>
                        <a14:backgroundMark x1="46484" y1="43359" x2="32813" y2="40234"/>
                        <a14:backgroundMark x1="31641" y1="46484" x2="20703" y2="44531"/>
                        <a14:backgroundMark x1="18750" y1="55859" x2="27734" y2="42188"/>
                        <a14:backgroundMark x1="27734" y1="45313" x2="17188" y2="46094"/>
                        <a14:backgroundMark x1="38672" y1="35938" x2="44141" y2="36328"/>
                        <a14:backgroundMark x1="38672" y1="35938" x2="30859" y2="42188"/>
                        <a14:backgroundMark x1="35156" y1="42578" x2="37500" y2="35156"/>
                        <a14:backgroundMark x1="36719" y1="39844" x2="35938" y2="35938"/>
                        <a14:backgroundMark x1="36328" y1="40625" x2="31641" y2="36328"/>
                        <a14:backgroundMark x1="36719" y1="41406" x2="26172" y2="37500"/>
                        <a14:backgroundMark x1="49219" y1="41406" x2="42188" y2="37500"/>
                        <a14:backgroundMark x1="44531" y1="40625" x2="47266" y2="39453"/>
                        <a14:backgroundMark x1="51563" y1="46094" x2="57813" y2="42188"/>
                        <a14:backgroundMark x1="62500" y1="47656" x2="64453" y2="49219"/>
                        <a14:backgroundMark x1="64453" y1="52344" x2="59375" y2="44922"/>
                        <a14:backgroundMark x1="63281" y1="50391" x2="50391" y2="45703"/>
                        <a14:backgroundMark x1="53516" y1="45703" x2="55469" y2="42969"/>
                        <a14:backgroundMark x1="54688" y1="46484" x2="48438" y2="40234"/>
                        <a14:backgroundMark x1="22656" y1="42188" x2="16016" y2="47656"/>
                        <a14:backgroundMark x1="23047" y1="43359" x2="25781" y2="44141"/>
                        <a14:backgroundMark x1="26953" y1="44531" x2="21875" y2="42188"/>
                        <a14:backgroundMark x1="28906" y1="45703" x2="19922" y2="42969"/>
                        <a14:backgroundMark x1="26172" y1="44531" x2="21484" y2="42188"/>
                        <a14:backgroundMark x1="26953" y1="45703" x2="23828" y2="41406"/>
                        <a14:backgroundMark x1="23828" y1="43359" x2="23047" y2="46094"/>
                        <a14:backgroundMark x1="12891" y1="51563" x2="12891" y2="51563"/>
                        <a14:backgroundMark x1="16797" y1="50000" x2="16797" y2="50000"/>
                        <a14:backgroundMark x1="16406" y1="50000" x2="15625" y2="49609"/>
                        <a14:backgroundMark x1="15625" y1="49219" x2="15625" y2="50781"/>
                        <a14:backgroundMark x1="17188" y1="52734" x2="17578" y2="53516"/>
                        <a14:backgroundMark x1="17578" y1="53516" x2="15234" y2="50000"/>
                        <a14:backgroundMark x1="15234" y1="49609" x2="15234" y2="49609"/>
                        <a14:backgroundMark x1="15234" y1="49219" x2="15234" y2="49219"/>
                        <a14:backgroundMark x1="15625" y1="49219" x2="15625" y2="49219"/>
                        <a14:backgroundMark x1="15625" y1="48438" x2="15625" y2="48438"/>
                        <a14:backgroundMark x1="16016" y1="48047" x2="16016" y2="48047"/>
                        <a14:backgroundMark x1="16797" y1="48828" x2="16797" y2="50391"/>
                        <a14:backgroundMark x1="17578" y1="51172" x2="17578" y2="52734"/>
                        <a14:backgroundMark x1="18359" y1="53906" x2="18359" y2="53906"/>
                        <a14:backgroundMark x1="18750" y1="54297" x2="18750" y2="54297"/>
                        <a14:backgroundMark x1="18750" y1="54297" x2="18750" y2="54297"/>
                        <a14:backgroundMark x1="18359" y1="54297" x2="16797" y2="55078"/>
                        <a14:backgroundMark x1="9766" y1="69141" x2="9375" y2="68750"/>
                        <a14:backgroundMark x1="8984" y1="67188" x2="8594" y2="66016"/>
                        <a14:backgroundMark x1="9766" y1="64453" x2="9766" y2="63281"/>
                        <a14:backgroundMark x1="12109" y1="60938" x2="12109" y2="60938"/>
                        <a14:backgroundMark x1="7813" y1="67969" x2="7813" y2="67188"/>
                        <a14:backgroundMark x1="9766" y1="62500" x2="10938" y2="61328"/>
                        <a14:backgroundMark x1="12891" y1="59766" x2="12891" y2="59766"/>
                        <a14:backgroundMark x1="19531" y1="60938" x2="18750" y2="60938"/>
                        <a14:backgroundMark x1="15234" y1="61719" x2="14453" y2="61719"/>
                        <a14:backgroundMark x1="14453" y1="61719" x2="8203" y2="59375"/>
                        <a14:backgroundMark x1="16016" y1="61328" x2="16016" y2="60547"/>
                        <a14:backgroundMark x1="14844" y1="59766" x2="14844" y2="59766"/>
                        <a14:backgroundMark x1="15234" y1="59766" x2="15234" y2="59766"/>
                        <a14:backgroundMark x1="13672" y1="59766" x2="13672" y2="59766"/>
                        <a14:backgroundMark x1="13281" y1="60547" x2="13281" y2="60547"/>
                        <a14:backgroundMark x1="11719" y1="60547" x2="10938" y2="60547"/>
                        <a14:backgroundMark x1="11719" y1="60547" x2="11719" y2="60547"/>
                        <a14:backgroundMark x1="13672" y1="60156" x2="13672" y2="60156"/>
                        <a14:backgroundMark x1="14844" y1="60156" x2="13672" y2="59766"/>
                        <a14:backgroundMark x1="13281" y1="59766" x2="13281" y2="59766"/>
                        <a14:backgroundMark x1="12891" y1="59766" x2="8203" y2="60547"/>
                        <a14:backgroundMark x1="16406" y1="59375" x2="16406" y2="59375"/>
                        <a14:backgroundMark x1="15625" y1="59375" x2="15625" y2="59375"/>
                        <a14:backgroundMark x1="62109" y1="59766" x2="68750" y2="61328"/>
                        <a14:backgroundMark x1="63281" y1="58594" x2="71484" y2="61328"/>
                        <a14:backgroundMark x1="62891" y1="59766" x2="67578" y2="70313"/>
                        <a14:backgroundMark x1="68750" y1="73438" x2="67578" y2="60547"/>
                        <a14:backgroundMark x1="69141" y1="68359" x2="69141" y2="60156"/>
                        <a14:backgroundMark x1="69141" y1="72266" x2="69531" y2="62891"/>
                        <a14:backgroundMark x1="66016" y1="73828" x2="53125" y2="71484"/>
                        <a14:backgroundMark x1="66016" y1="83984" x2="60156" y2="77734"/>
                        <a14:backgroundMark x1="64453" y1="86328" x2="59766" y2="76953"/>
                        <a14:backgroundMark x1="63672" y1="83203" x2="50000" y2="95703"/>
                        <a14:backgroundMark x1="62500" y1="89453" x2="62891" y2="85547"/>
                        <a14:backgroundMark x1="64063" y1="51172" x2="62500" y2="48438"/>
                        <a14:backgroundMark x1="62109" y1="46875" x2="54297" y2="44531"/>
                        <a14:backgroundMark x1="64063" y1="48828" x2="52734" y2="43750"/>
                        <a14:backgroundMark x1="54297" y1="44531" x2="54688" y2="42578"/>
                        <a14:backgroundMark x1="54688" y1="43359" x2="54688" y2="43359"/>
                        <a14:backgroundMark x1="54688" y1="43750" x2="54688" y2="43750"/>
                        <a14:backgroundMark x1="55078" y1="43750" x2="55078" y2="43750"/>
                        <a14:backgroundMark x1="56641" y1="43359" x2="57422" y2="43359"/>
                        <a14:backgroundMark x1="58594" y1="42969" x2="58594" y2="42969"/>
                        <a14:backgroundMark x1="59375" y1="42969" x2="59375" y2="42969"/>
                        <a14:backgroundMark x1="60938" y1="43750" x2="60938" y2="43750"/>
                        <a14:backgroundMark x1="60938" y1="43750" x2="60938" y2="43750"/>
                        <a14:backgroundMark x1="61328" y1="45703" x2="61328" y2="45703"/>
                        <a14:backgroundMark x1="61719" y1="46484" x2="61719" y2="46484"/>
                        <a14:backgroundMark x1="61719" y1="45703" x2="61719" y2="45703"/>
                        <a14:backgroundMark x1="53516" y1="43359" x2="53516" y2="43359"/>
                        <a14:backgroundMark x1="53516" y1="43359" x2="53516" y2="43359"/>
                        <a14:backgroundMark x1="53516" y1="43359" x2="53516" y2="43359"/>
                        <a14:backgroundMark x1="47266" y1="38281" x2="47266" y2="38281"/>
                        <a14:backgroundMark x1="46094" y1="38281" x2="46094" y2="38281"/>
                        <a14:backgroundMark x1="46094" y1="38281" x2="44531" y2="37109"/>
                        <a14:backgroundMark x1="34375" y1="35156" x2="37500" y2="36719"/>
                      </a14:backgroundRemoval>
                    </a14:imgEffect>
                  </a14:imgLayer>
                </a14:imgProps>
              </a:ext>
            </a:extLst>
          </a:blip>
          <a:srcRect l="47392" t="3840" r="9472" b="53148"/>
          <a:stretch>
            <a:fillRect/>
          </a:stretch>
        </p:blipFill>
        <p:spPr>
          <a:xfrm>
            <a:off x="-274243" y="6483252"/>
            <a:ext cx="505623" cy="50418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3E6140A-078B-DAA6-DD53-2BF02C03D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66" b="92188" l="6250" r="89844">
                        <a14:foregroundMark x1="38281" y1="92578" x2="45313" y2="92578"/>
                        <a14:foregroundMark x1="31250" y1="39844" x2="16406" y2="59375"/>
                        <a14:foregroundMark x1="16406" y1="59375" x2="6250" y2="87891"/>
                        <a14:foregroundMark x1="6250" y1="87891" x2="21094" y2="65625"/>
                        <a14:foregroundMark x1="21094" y1="65625" x2="21484" y2="55078"/>
                        <a14:backgroundMark x1="81250" y1="20313" x2="72656" y2="41016"/>
                        <a14:backgroundMark x1="72656" y1="41016" x2="57813" y2="20313"/>
                        <a14:backgroundMark x1="57813" y1="20313" x2="76953" y2="15625"/>
                        <a14:backgroundMark x1="82422" y1="8984" x2="81641" y2="19922"/>
                        <a14:backgroundMark x1="88281" y1="26563" x2="82422" y2="27734"/>
                        <a14:backgroundMark x1="67969" y1="42969" x2="58984" y2="35938"/>
                        <a14:backgroundMark x1="53516" y1="37109" x2="57813" y2="27344"/>
                        <a14:backgroundMark x1="56250" y1="24609" x2="46875" y2="24219"/>
                        <a14:backgroundMark x1="58984" y1="7813" x2="55859" y2="17578"/>
                        <a14:backgroundMark x1="55469" y1="20703" x2="51563" y2="7813"/>
                        <a14:backgroundMark x1="54688" y1="19922" x2="50000" y2="11719"/>
                        <a14:backgroundMark x1="55078" y1="20703" x2="48438" y2="22266"/>
                        <a14:backgroundMark x1="51563" y1="31641" x2="53125" y2="19922"/>
                        <a14:backgroundMark x1="56641" y1="40234" x2="55469" y2="29297"/>
                        <a14:backgroundMark x1="54688" y1="32422" x2="50000" y2="35938"/>
                        <a14:backgroundMark x1="87891" y1="20313" x2="89063" y2="30469"/>
                        <a14:backgroundMark x1="89844" y1="30469" x2="83984" y2="31250"/>
                        <a14:backgroundMark x1="86328" y1="40625" x2="84766" y2="31250"/>
                        <a14:backgroundMark x1="85547" y1="41016" x2="76172" y2="40625"/>
                        <a14:backgroundMark x1="81641" y1="43359" x2="61328" y2="28516"/>
                        <a14:backgroundMark x1="75000" y1="46094" x2="66016" y2="44141"/>
                        <a14:backgroundMark x1="71875" y1="48828" x2="64844" y2="42578"/>
                        <a14:backgroundMark x1="69141" y1="47266" x2="60156" y2="38672"/>
                        <a14:backgroundMark x1="67188" y1="46875" x2="63672" y2="43750"/>
                        <a14:backgroundMark x1="73438" y1="46875" x2="73828" y2="37500"/>
                        <a14:backgroundMark x1="82031" y1="42969" x2="71094" y2="36719"/>
                        <a14:backgroundMark x1="87109" y1="39844" x2="83203" y2="30078"/>
                        <a14:backgroundMark x1="77344" y1="42578" x2="73828" y2="37109"/>
                        <a14:backgroundMark x1="77344" y1="41406" x2="66016" y2="40234"/>
                        <a14:backgroundMark x1="67188" y1="42188" x2="53906" y2="39453"/>
                        <a14:backgroundMark x1="55078" y1="41016" x2="61328" y2="41406"/>
                        <a14:backgroundMark x1="52734" y1="38672" x2="51172" y2="37109"/>
                        <a14:backgroundMark x1="53125" y1="40234" x2="55078" y2="39453"/>
                        <a14:backgroundMark x1="54688" y1="21094" x2="47266" y2="20313"/>
                        <a14:backgroundMark x1="54297" y1="20313" x2="49219" y2="19531"/>
                        <a14:backgroundMark x1="48438" y1="21875" x2="51172" y2="29688"/>
                        <a14:backgroundMark x1="51563" y1="30469" x2="48047" y2="22656"/>
                        <a14:backgroundMark x1="50781" y1="30859" x2="44531" y2="22656"/>
                      </a14:backgroundRemoval>
                    </a14:imgEffect>
                  </a14:imgLayer>
                </a14:imgProps>
              </a:ext>
            </a:extLst>
          </a:blip>
          <a:srcRect l="8760" t="35019" r="29840" b="4164"/>
          <a:stretch>
            <a:fillRect/>
          </a:stretch>
        </p:blipFill>
        <p:spPr>
          <a:xfrm rot="20368896">
            <a:off x="-10325" y="5921912"/>
            <a:ext cx="785434" cy="77797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1EDD7D0-A569-5207-BA85-B4A7604F99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18530" y1="41214" x2="38658" y2="285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4386" y="5318180"/>
            <a:ext cx="796985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21761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185 C 0.02852 0.06389 0.03334 0.06366 0.03946 0.13264 C 0.04493 0.17269 0.03217 0.26413 0.00599 0.30718 C -0.01888 0.3507 -0.03828 0.36204 -0.0694 0.36968 C -0.11145 0.36459 -0.12382 0.36459 -0.15547 0.31783 " pathEditMode="relative" rAng="7860000" ptsTypes="AAAAA">
                                      <p:cBhvr>
                                        <p:cTn id="10" dur="2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4" y="2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fik 44">
            <a:extLst>
              <a:ext uri="{FF2B5EF4-FFF2-40B4-BE49-F238E27FC236}">
                <a16:creationId xmlns:a16="http://schemas.microsoft.com/office/drawing/2014/main" id="{C2DDFC27-A58E-0B18-E986-D93F8EAAB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9010" y1="45367" x2="27476" y2="43450"/>
                        <a14:foregroundMark x1="20447" y1="27796" x2="23003" y2="29553"/>
                        <a14:foregroundMark x1="31150" y1="12300" x2="33067" y2="19169"/>
                        <a14:foregroundMark x1="69169" y1="14217" x2="66773" y2="19489"/>
                        <a14:foregroundMark x1="74281" y1="30671" x2="79553" y2="28115"/>
                        <a14:foregroundMark x1="74760" y1="43610" x2="79872" y2="45048"/>
                        <a14:foregroundMark x1="55272" y1="86741" x2="49201" y2="875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99296" y="5285911"/>
            <a:ext cx="796985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1EE31E08-72FD-4BAD-6688-A31BFA8E51F8}"/>
              </a:ext>
            </a:extLst>
          </p:cNvPr>
          <p:cNvSpPr>
            <a:spLocks/>
          </p:cNvSpPr>
          <p:nvPr/>
        </p:nvSpPr>
        <p:spPr>
          <a:xfrm>
            <a:off x="3615724" y="427752"/>
            <a:ext cx="4320000" cy="43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4F03A2EA-FF35-7BC0-3F26-78F25049EEC6}"/>
              </a:ext>
            </a:extLst>
          </p:cNvPr>
          <p:cNvSpPr>
            <a:spLocks/>
          </p:cNvSpPr>
          <p:nvPr/>
        </p:nvSpPr>
        <p:spPr>
          <a:xfrm>
            <a:off x="4398344" y="1147752"/>
            <a:ext cx="2880000" cy="28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A3EED7AD-8265-F94B-4118-E971D5D45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22" b="89844" l="9766" r="89844">
                        <a14:foregroundMark x1="75000" y1="7422" x2="69531" y2="23047"/>
                        <a14:backgroundMark x1="19922" y1="47266" x2="42188" y2="39844"/>
                        <a14:backgroundMark x1="42188" y1="39844" x2="57422" y2="62109"/>
                        <a14:backgroundMark x1="57422" y1="62109" x2="46875" y2="83594"/>
                        <a14:backgroundMark x1="46875" y1="83594" x2="18750" y2="80469"/>
                        <a14:backgroundMark x1="18750" y1="80469" x2="17188" y2="78516"/>
                        <a14:backgroundMark x1="23828" y1="53125" x2="8594" y2="70703"/>
                        <a14:backgroundMark x1="8594" y1="70703" x2="23438" y2="49219"/>
                        <a14:backgroundMark x1="23438" y1="49219" x2="23047" y2="59375"/>
                        <a14:backgroundMark x1="35156" y1="55078" x2="59766" y2="69922"/>
                        <a14:backgroundMark x1="59766" y1="69922" x2="53906" y2="91406"/>
                        <a14:backgroundMark x1="62109" y1="82422" x2="60938" y2="57031"/>
                        <a14:backgroundMark x1="60938" y1="57031" x2="53906" y2="46484"/>
                        <a14:backgroundMark x1="60938" y1="46875" x2="57813" y2="56641"/>
                        <a14:backgroundMark x1="64844" y1="62500" x2="68750" y2="64844"/>
                        <a14:backgroundMark x1="69141" y1="75000" x2="68359" y2="58594"/>
                        <a14:backgroundMark x1="67578" y1="76563" x2="58984" y2="44141"/>
                        <a14:backgroundMark x1="63672" y1="51563" x2="60156" y2="45703"/>
                        <a14:backgroundMark x1="63281" y1="54297" x2="45313" y2="41797"/>
                        <a14:backgroundMark x1="45313" y1="41797" x2="32813" y2="41797"/>
                        <a14:backgroundMark x1="37500" y1="38672" x2="46094" y2="41406"/>
                        <a14:backgroundMark x1="46484" y1="43359" x2="32813" y2="40234"/>
                        <a14:backgroundMark x1="31641" y1="46484" x2="20703" y2="44531"/>
                        <a14:backgroundMark x1="18750" y1="55859" x2="27734" y2="42188"/>
                        <a14:backgroundMark x1="27734" y1="45313" x2="17188" y2="46094"/>
                        <a14:backgroundMark x1="38672" y1="35938" x2="44141" y2="36328"/>
                        <a14:backgroundMark x1="38672" y1="35938" x2="30859" y2="42188"/>
                        <a14:backgroundMark x1="35156" y1="42578" x2="37500" y2="35156"/>
                        <a14:backgroundMark x1="36719" y1="39844" x2="35938" y2="35938"/>
                        <a14:backgroundMark x1="36328" y1="40625" x2="31641" y2="36328"/>
                        <a14:backgroundMark x1="36719" y1="41406" x2="26172" y2="37500"/>
                        <a14:backgroundMark x1="49219" y1="41406" x2="42188" y2="37500"/>
                        <a14:backgroundMark x1="44531" y1="40625" x2="47266" y2="39453"/>
                        <a14:backgroundMark x1="51563" y1="46094" x2="57813" y2="42188"/>
                        <a14:backgroundMark x1="62500" y1="47656" x2="64453" y2="49219"/>
                        <a14:backgroundMark x1="64453" y1="52344" x2="59375" y2="44922"/>
                        <a14:backgroundMark x1="63281" y1="50391" x2="50391" y2="45703"/>
                        <a14:backgroundMark x1="53516" y1="45703" x2="55469" y2="42969"/>
                        <a14:backgroundMark x1="54688" y1="46484" x2="48438" y2="40234"/>
                        <a14:backgroundMark x1="22656" y1="42188" x2="16016" y2="47656"/>
                        <a14:backgroundMark x1="23047" y1="43359" x2="25781" y2="44141"/>
                        <a14:backgroundMark x1="26953" y1="44531" x2="21875" y2="42188"/>
                        <a14:backgroundMark x1="28906" y1="45703" x2="19922" y2="42969"/>
                        <a14:backgroundMark x1="26172" y1="44531" x2="21484" y2="42188"/>
                        <a14:backgroundMark x1="26953" y1="45703" x2="23828" y2="41406"/>
                        <a14:backgroundMark x1="23828" y1="43359" x2="23047" y2="46094"/>
                        <a14:backgroundMark x1="12891" y1="51563" x2="12891" y2="51563"/>
                        <a14:backgroundMark x1="16797" y1="50000" x2="16797" y2="50000"/>
                        <a14:backgroundMark x1="16406" y1="50000" x2="15625" y2="49609"/>
                        <a14:backgroundMark x1="15625" y1="49219" x2="15625" y2="50781"/>
                        <a14:backgroundMark x1="17188" y1="52734" x2="17578" y2="53516"/>
                        <a14:backgroundMark x1="17578" y1="53516" x2="15234" y2="50000"/>
                        <a14:backgroundMark x1="15234" y1="49609" x2="15234" y2="49609"/>
                        <a14:backgroundMark x1="15234" y1="49219" x2="15234" y2="49219"/>
                        <a14:backgroundMark x1="15625" y1="49219" x2="15625" y2="49219"/>
                        <a14:backgroundMark x1="15625" y1="48438" x2="15625" y2="48438"/>
                        <a14:backgroundMark x1="16016" y1="48047" x2="16016" y2="48047"/>
                        <a14:backgroundMark x1="16797" y1="48828" x2="16797" y2="50391"/>
                        <a14:backgroundMark x1="17578" y1="51172" x2="17578" y2="52734"/>
                        <a14:backgroundMark x1="18359" y1="53906" x2="18359" y2="53906"/>
                        <a14:backgroundMark x1="18750" y1="54297" x2="18750" y2="54297"/>
                        <a14:backgroundMark x1="18750" y1="54297" x2="18750" y2="54297"/>
                        <a14:backgroundMark x1="18359" y1="54297" x2="16797" y2="55078"/>
                        <a14:backgroundMark x1="9766" y1="69141" x2="9375" y2="68750"/>
                        <a14:backgroundMark x1="8984" y1="67188" x2="8594" y2="66016"/>
                        <a14:backgroundMark x1="9766" y1="64453" x2="9766" y2="63281"/>
                        <a14:backgroundMark x1="12109" y1="60938" x2="12109" y2="60938"/>
                        <a14:backgroundMark x1="7813" y1="67969" x2="7813" y2="67188"/>
                        <a14:backgroundMark x1="9766" y1="62500" x2="10938" y2="61328"/>
                        <a14:backgroundMark x1="12891" y1="59766" x2="12891" y2="59766"/>
                        <a14:backgroundMark x1="19531" y1="60938" x2="18750" y2="60938"/>
                        <a14:backgroundMark x1="15234" y1="61719" x2="14453" y2="61719"/>
                        <a14:backgroundMark x1="14453" y1="61719" x2="8203" y2="59375"/>
                        <a14:backgroundMark x1="16016" y1="61328" x2="16016" y2="60547"/>
                        <a14:backgroundMark x1="14844" y1="59766" x2="14844" y2="59766"/>
                        <a14:backgroundMark x1="15234" y1="59766" x2="15234" y2="59766"/>
                        <a14:backgroundMark x1="13672" y1="59766" x2="13672" y2="59766"/>
                        <a14:backgroundMark x1="13281" y1="60547" x2="13281" y2="60547"/>
                        <a14:backgroundMark x1="11719" y1="60547" x2="10938" y2="60547"/>
                        <a14:backgroundMark x1="11719" y1="60547" x2="11719" y2="60547"/>
                        <a14:backgroundMark x1="13672" y1="60156" x2="13672" y2="60156"/>
                        <a14:backgroundMark x1="14844" y1="60156" x2="13672" y2="59766"/>
                        <a14:backgroundMark x1="13281" y1="59766" x2="13281" y2="59766"/>
                        <a14:backgroundMark x1="12891" y1="59766" x2="8203" y2="60547"/>
                        <a14:backgroundMark x1="16406" y1="59375" x2="16406" y2="59375"/>
                        <a14:backgroundMark x1="15625" y1="59375" x2="15625" y2="59375"/>
                        <a14:backgroundMark x1="62109" y1="59766" x2="68750" y2="61328"/>
                        <a14:backgroundMark x1="63281" y1="58594" x2="71484" y2="61328"/>
                        <a14:backgroundMark x1="62891" y1="59766" x2="67578" y2="70313"/>
                        <a14:backgroundMark x1="68750" y1="73438" x2="67578" y2="60547"/>
                        <a14:backgroundMark x1="69141" y1="68359" x2="69141" y2="60156"/>
                        <a14:backgroundMark x1="69141" y1="72266" x2="69531" y2="62891"/>
                        <a14:backgroundMark x1="66016" y1="73828" x2="53125" y2="71484"/>
                        <a14:backgroundMark x1="66016" y1="83984" x2="60156" y2="77734"/>
                        <a14:backgroundMark x1="64453" y1="86328" x2="59766" y2="76953"/>
                        <a14:backgroundMark x1="63672" y1="83203" x2="50000" y2="95703"/>
                        <a14:backgroundMark x1="62500" y1="89453" x2="62891" y2="85547"/>
                        <a14:backgroundMark x1="64063" y1="51172" x2="62500" y2="48438"/>
                        <a14:backgroundMark x1="62109" y1="46875" x2="54297" y2="44531"/>
                        <a14:backgroundMark x1="64063" y1="48828" x2="52734" y2="43750"/>
                        <a14:backgroundMark x1="54297" y1="44531" x2="54688" y2="42578"/>
                        <a14:backgroundMark x1="54688" y1="43359" x2="54688" y2="43359"/>
                        <a14:backgroundMark x1="54688" y1="43750" x2="54688" y2="43750"/>
                        <a14:backgroundMark x1="55078" y1="43750" x2="55078" y2="43750"/>
                        <a14:backgroundMark x1="56641" y1="43359" x2="57422" y2="43359"/>
                        <a14:backgroundMark x1="58594" y1="42969" x2="58594" y2="42969"/>
                        <a14:backgroundMark x1="59375" y1="42969" x2="59375" y2="42969"/>
                        <a14:backgroundMark x1="60938" y1="43750" x2="60938" y2="43750"/>
                        <a14:backgroundMark x1="60938" y1="43750" x2="60938" y2="43750"/>
                        <a14:backgroundMark x1="61328" y1="45703" x2="61328" y2="45703"/>
                        <a14:backgroundMark x1="61719" y1="46484" x2="61719" y2="46484"/>
                        <a14:backgroundMark x1="61719" y1="45703" x2="61719" y2="45703"/>
                        <a14:backgroundMark x1="53516" y1="43359" x2="53516" y2="43359"/>
                        <a14:backgroundMark x1="53516" y1="43359" x2="53516" y2="43359"/>
                        <a14:backgroundMark x1="53516" y1="43359" x2="53516" y2="43359"/>
                        <a14:backgroundMark x1="47266" y1="38281" x2="47266" y2="38281"/>
                        <a14:backgroundMark x1="46094" y1="38281" x2="46094" y2="38281"/>
                        <a14:backgroundMark x1="46094" y1="38281" x2="44531" y2="37109"/>
                        <a14:backgroundMark x1="34375" y1="35156" x2="37500" y2="36719"/>
                      </a14:backgroundRemoval>
                    </a14:imgEffect>
                  </a14:imgLayer>
                </a14:imgProps>
              </a:ext>
            </a:extLst>
          </a:blip>
          <a:srcRect l="47392" t="3840" r="9472" b="53148"/>
          <a:stretch>
            <a:fillRect/>
          </a:stretch>
        </p:blipFill>
        <p:spPr>
          <a:xfrm>
            <a:off x="5522913" y="2335659"/>
            <a:ext cx="505623" cy="504186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5697E7E0-854E-5E94-B728-4204E13045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66" b="92188" l="6250" r="89844">
                        <a14:foregroundMark x1="38281" y1="92578" x2="45313" y2="92578"/>
                        <a14:foregroundMark x1="31250" y1="39844" x2="16406" y2="59375"/>
                        <a14:foregroundMark x1="16406" y1="59375" x2="6250" y2="87891"/>
                        <a14:foregroundMark x1="6250" y1="87891" x2="21094" y2="65625"/>
                        <a14:foregroundMark x1="21094" y1="65625" x2="21484" y2="55078"/>
                        <a14:backgroundMark x1="81250" y1="20313" x2="72656" y2="41016"/>
                        <a14:backgroundMark x1="72656" y1="41016" x2="57813" y2="20313"/>
                        <a14:backgroundMark x1="57813" y1="20313" x2="76953" y2="15625"/>
                        <a14:backgroundMark x1="82422" y1="8984" x2="81641" y2="19922"/>
                        <a14:backgroundMark x1="88281" y1="26563" x2="82422" y2="27734"/>
                        <a14:backgroundMark x1="67969" y1="42969" x2="58984" y2="35938"/>
                        <a14:backgroundMark x1="53516" y1="37109" x2="57813" y2="27344"/>
                        <a14:backgroundMark x1="56250" y1="24609" x2="46875" y2="24219"/>
                        <a14:backgroundMark x1="58984" y1="7813" x2="55859" y2="17578"/>
                        <a14:backgroundMark x1="55469" y1="20703" x2="51563" y2="7813"/>
                        <a14:backgroundMark x1="54688" y1="19922" x2="50000" y2="11719"/>
                        <a14:backgroundMark x1="55078" y1="20703" x2="48438" y2="22266"/>
                        <a14:backgroundMark x1="51563" y1="31641" x2="53125" y2="19922"/>
                        <a14:backgroundMark x1="56641" y1="40234" x2="55469" y2="29297"/>
                        <a14:backgroundMark x1="54688" y1="32422" x2="50000" y2="35938"/>
                        <a14:backgroundMark x1="87891" y1="20313" x2="89063" y2="30469"/>
                        <a14:backgroundMark x1="89844" y1="30469" x2="83984" y2="31250"/>
                        <a14:backgroundMark x1="86328" y1="40625" x2="84766" y2="31250"/>
                        <a14:backgroundMark x1="85547" y1="41016" x2="76172" y2="40625"/>
                        <a14:backgroundMark x1="81641" y1="43359" x2="61328" y2="28516"/>
                        <a14:backgroundMark x1="75000" y1="46094" x2="66016" y2="44141"/>
                        <a14:backgroundMark x1="71875" y1="48828" x2="64844" y2="42578"/>
                        <a14:backgroundMark x1="69141" y1="47266" x2="60156" y2="38672"/>
                        <a14:backgroundMark x1="67188" y1="46875" x2="63672" y2="43750"/>
                        <a14:backgroundMark x1="73438" y1="46875" x2="73828" y2="37500"/>
                        <a14:backgroundMark x1="82031" y1="42969" x2="71094" y2="36719"/>
                        <a14:backgroundMark x1="87109" y1="39844" x2="83203" y2="30078"/>
                        <a14:backgroundMark x1="77344" y1="42578" x2="73828" y2="37109"/>
                        <a14:backgroundMark x1="77344" y1="41406" x2="66016" y2="40234"/>
                        <a14:backgroundMark x1="67188" y1="42188" x2="53906" y2="39453"/>
                        <a14:backgroundMark x1="55078" y1="41016" x2="61328" y2="41406"/>
                        <a14:backgroundMark x1="52734" y1="38672" x2="51172" y2="37109"/>
                        <a14:backgroundMark x1="53125" y1="40234" x2="55078" y2="39453"/>
                        <a14:backgroundMark x1="54688" y1="21094" x2="47266" y2="20313"/>
                        <a14:backgroundMark x1="54297" y1="20313" x2="49219" y2="19531"/>
                        <a14:backgroundMark x1="48438" y1="21875" x2="51172" y2="29688"/>
                        <a14:backgroundMark x1="51563" y1="30469" x2="48047" y2="22656"/>
                        <a14:backgroundMark x1="50781" y1="30859" x2="44531" y2="22656"/>
                      </a14:backgroundRemoval>
                    </a14:imgEffect>
                  </a14:imgLayer>
                </a14:imgProps>
              </a:ext>
            </a:extLst>
          </a:blip>
          <a:srcRect l="8760" t="35019" r="29840" b="4164"/>
          <a:stretch>
            <a:fillRect/>
          </a:stretch>
        </p:blipFill>
        <p:spPr>
          <a:xfrm rot="20368896">
            <a:off x="5786831" y="1774319"/>
            <a:ext cx="785434" cy="777978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8230DA0B-7651-0A25-E0DA-F5353BD991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412" b="95000" l="52955" r="96136">
                        <a14:foregroundMark x1="71364" y1="51176" x2="70000" y2="53824"/>
                        <a14:foregroundMark x1="77955" y1="55588" x2="65000" y2="47353"/>
                        <a14:foregroundMark x1="65000" y1="47353" x2="74091" y2="57941"/>
                        <a14:foregroundMark x1="74091" y1="57941" x2="76818" y2="48824"/>
                        <a14:foregroundMark x1="77045" y1="49118" x2="72273" y2="43824"/>
                        <a14:foregroundMark x1="67045" y1="57353" x2="76818" y2="58824"/>
                        <a14:foregroundMark x1="63864" y1="70294" x2="69318" y2="66471"/>
                        <a14:foregroundMark x1="83409" y1="64412" x2="78864" y2="64706"/>
                        <a14:foregroundMark x1="77955" y1="89118" x2="85000" y2="88824"/>
                        <a14:foregroundMark x1="69318" y1="91176" x2="60455" y2="90588"/>
                        <a14:foregroundMark x1="57955" y1="92941" x2="56818" y2="95294"/>
                        <a14:foregroundMark x1="87045" y1="57941" x2="87045" y2="55882"/>
                        <a14:foregroundMark x1="94091" y1="9412" x2="95227" y2="12059"/>
                        <a14:foregroundMark x1="96136" y1="24412" x2="96136" y2="27353"/>
                        <a14:foregroundMark x1="88182" y1="45882" x2="89773" y2="32059"/>
                        <a14:backgroundMark x1="77955" y1="62941" x2="78636" y2="62647"/>
                        <a14:backgroundMark x1="86591" y1="56471" x2="86818" y2="55294"/>
                        <a14:backgroundMark x1="87273" y1="47941" x2="87273" y2="48529"/>
                      </a14:backgroundRemoval>
                    </a14:imgEffect>
                  </a14:imgLayer>
                </a14:imgProps>
              </a:ext>
            </a:extLst>
          </a:blip>
          <a:srcRect l="33123" t="5090" r="-10312"/>
          <a:stretch>
            <a:fillRect/>
          </a:stretch>
        </p:blipFill>
        <p:spPr>
          <a:xfrm>
            <a:off x="8666329" y="2441352"/>
            <a:ext cx="787927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314F7E7B-8E3C-E721-93FC-DA620D70A9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83571" l="8462" r="88462">
                        <a14:foregroundMark x1="20385" y1="10357" x2="26538" y2="15000"/>
                        <a14:foregroundMark x1="12308" y1="22143" x2="11923" y2="26071"/>
                        <a14:foregroundMark x1="8846" y1="21786" x2="8462" y2="18929"/>
                        <a14:foregroundMark x1="69615" y1="81786" x2="76923" y2="83214"/>
                        <a14:foregroundMark x1="86538" y1="65357" x2="88846" y2="71429"/>
                        <a14:foregroundMark x1="36923" y1="83571" x2="36154" y2="82500"/>
                      </a14:backgroundRemoval>
                    </a14:imgEffect>
                  </a14:imgLayer>
                </a14:imgProps>
              </a:ext>
            </a:extLst>
          </a:blip>
          <a:srcRect l="-8052" t="-8124" r="-3544" b="-769"/>
          <a:stretch>
            <a:fillRect/>
          </a:stretch>
        </p:blipFill>
        <p:spPr>
          <a:xfrm>
            <a:off x="7241199" y="4747752"/>
            <a:ext cx="758406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BE8EECA-159D-0A33-EE63-E96946EDC4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44" b="89776" l="7668" r="90735">
                        <a14:foregroundMark x1="9585" y1="62780" x2="7668" y2="51438"/>
                        <a14:foregroundMark x1="7668" y1="51438" x2="9425" y2="49042"/>
                        <a14:foregroundMark x1="88978" y1="52396" x2="90735" y2="59585"/>
                      </a14:backgroundRemoval>
                    </a14:imgEffect>
                  </a14:imgLayer>
                </a14:imgProps>
              </a:ext>
            </a:extLst>
          </a:blip>
          <a:srcRect l="-6120" t="-8227" r="-4346" b="3130"/>
          <a:stretch>
            <a:fillRect/>
          </a:stretch>
        </p:blipFill>
        <p:spPr>
          <a:xfrm>
            <a:off x="6467905" y="1150190"/>
            <a:ext cx="782911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C0AE6121-A3DC-449B-0D4D-281A990748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-12517" b="-35120"/>
          <a:stretch>
            <a:fillRect/>
          </a:stretch>
        </p:blipFill>
        <p:spPr>
          <a:xfrm>
            <a:off x="4334463" y="3185267"/>
            <a:ext cx="790089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2393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7037E-7 C -0.02422 -0.04699 -0.0461 -0.05949 -0.09102 -0.05926 C -0.1293 -0.05162 -0.1474 -0.03333 -0.16641 0.00116 C -0.18529 0.03588 -0.20274 0.08519 -0.20196 0.1375 C -0.20274 0.19028 -0.18334 0.27292 -0.16992 0.28866 " pathEditMode="relative" rAng="8340000" ptsTypes="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09" y="715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3.7037E-7 C 0.02864 0.04491 0.04609 0.05069 0.08216 0.06273 C 0.1069 0.07315 0.14922 0.04213 0.1694 0.01042 C 0.18997 -0.02176 0.20169 -0.08032 0.20599 -0.12986 C 0.20416 -0.19653 0.19739 -0.25023 0.17291 -0.29259 " pathEditMode="relative" rAng="18960000" ptsTypes="AAAAA">
                                      <p:cBhvr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26" y="-69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3.7037E-7 C 0.02891 0.04607 0.04779 0.05417 0.0832 0.06528 C 0.10716 0.07523 0.14831 0.0412 0.16823 0.00556 C 0.18841 -0.02917 0.20599 -0.10417 0.20325 -0.14676 C 0.20104 -0.21111 0.19766 -0.27361 0.1681 -0.30255 " pathEditMode="relative" rAng="19080000" ptsTypes="AAAAA">
                                      <p:cBhvr>
                                        <p:cTn id="1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70" y="-7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B32BD-05A2-E66D-D83B-005ECF11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Projektübersicht und Aufgaben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B980437-559B-2643-9FEB-17CF4ECC05DB}"/>
              </a:ext>
            </a:extLst>
          </p:cNvPr>
          <p:cNvSpPr txBox="1"/>
          <p:nvPr/>
        </p:nvSpPr>
        <p:spPr>
          <a:xfrm>
            <a:off x="1255362" y="1968285"/>
            <a:ext cx="58026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Inhalt: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Entwicklung eines 2D Top-Down Shooter Spiels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Spieler wird von Gegnern angegriffen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Gegner erscheinen vom Bildschirmrand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Ziel: Gegner besiegen und Punkte sammeln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Zusammenarbeit über GitHub</a:t>
            </a:r>
          </a:p>
          <a:p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9DAEC3C-D9D5-D3B9-8427-80556CEEC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18530" y1="41214" x2="38658" y2="285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350401" y="7425600"/>
            <a:ext cx="796985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C2B458C4-F0F9-3423-2979-E7F6E8C6DFCD}"/>
              </a:ext>
            </a:extLst>
          </p:cNvPr>
          <p:cNvSpPr>
            <a:spLocks/>
          </p:cNvSpPr>
          <p:nvPr/>
        </p:nvSpPr>
        <p:spPr>
          <a:xfrm>
            <a:off x="-2160000" y="4698000"/>
            <a:ext cx="4320000" cy="43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4A6B209-6909-5F16-1231-0857352EB22F}"/>
              </a:ext>
            </a:extLst>
          </p:cNvPr>
          <p:cNvSpPr>
            <a:spLocks/>
          </p:cNvSpPr>
          <p:nvPr/>
        </p:nvSpPr>
        <p:spPr>
          <a:xfrm>
            <a:off x="-1440000" y="5372862"/>
            <a:ext cx="2880000" cy="28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3C20069-2A9C-6DC2-4132-57E6ADC0C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22" b="89844" l="9766" r="89844">
                        <a14:foregroundMark x1="75000" y1="7422" x2="69531" y2="23047"/>
                        <a14:backgroundMark x1="19922" y1="47266" x2="42188" y2="39844"/>
                        <a14:backgroundMark x1="42188" y1="39844" x2="57422" y2="62109"/>
                        <a14:backgroundMark x1="57422" y1="62109" x2="46875" y2="83594"/>
                        <a14:backgroundMark x1="46875" y1="83594" x2="18750" y2="80469"/>
                        <a14:backgroundMark x1="18750" y1="80469" x2="17188" y2="78516"/>
                        <a14:backgroundMark x1="23828" y1="53125" x2="8594" y2="70703"/>
                        <a14:backgroundMark x1="8594" y1="70703" x2="23438" y2="49219"/>
                        <a14:backgroundMark x1="23438" y1="49219" x2="23047" y2="59375"/>
                        <a14:backgroundMark x1="35156" y1="55078" x2="59766" y2="69922"/>
                        <a14:backgroundMark x1="59766" y1="69922" x2="53906" y2="91406"/>
                        <a14:backgroundMark x1="62109" y1="82422" x2="60938" y2="57031"/>
                        <a14:backgroundMark x1="60938" y1="57031" x2="53906" y2="46484"/>
                        <a14:backgroundMark x1="60938" y1="46875" x2="57813" y2="56641"/>
                        <a14:backgroundMark x1="64844" y1="62500" x2="68750" y2="64844"/>
                        <a14:backgroundMark x1="69141" y1="75000" x2="68359" y2="58594"/>
                        <a14:backgroundMark x1="67578" y1="76563" x2="58984" y2="44141"/>
                        <a14:backgroundMark x1="63672" y1="51563" x2="60156" y2="45703"/>
                        <a14:backgroundMark x1="63281" y1="54297" x2="45313" y2="41797"/>
                        <a14:backgroundMark x1="45313" y1="41797" x2="32813" y2="41797"/>
                        <a14:backgroundMark x1="37500" y1="38672" x2="46094" y2="41406"/>
                        <a14:backgroundMark x1="46484" y1="43359" x2="32813" y2="40234"/>
                        <a14:backgroundMark x1="31641" y1="46484" x2="20703" y2="44531"/>
                        <a14:backgroundMark x1="18750" y1="55859" x2="27734" y2="42188"/>
                        <a14:backgroundMark x1="27734" y1="45313" x2="17188" y2="46094"/>
                        <a14:backgroundMark x1="38672" y1="35938" x2="44141" y2="36328"/>
                        <a14:backgroundMark x1="38672" y1="35938" x2="30859" y2="42188"/>
                        <a14:backgroundMark x1="35156" y1="42578" x2="37500" y2="35156"/>
                        <a14:backgroundMark x1="36719" y1="39844" x2="35938" y2="35938"/>
                        <a14:backgroundMark x1="36328" y1="40625" x2="31641" y2="36328"/>
                        <a14:backgroundMark x1="36719" y1="41406" x2="26172" y2="37500"/>
                        <a14:backgroundMark x1="49219" y1="41406" x2="42188" y2="37500"/>
                        <a14:backgroundMark x1="44531" y1="40625" x2="47266" y2="39453"/>
                        <a14:backgroundMark x1="51563" y1="46094" x2="57813" y2="42188"/>
                        <a14:backgroundMark x1="62500" y1="47656" x2="64453" y2="49219"/>
                        <a14:backgroundMark x1="64453" y1="52344" x2="59375" y2="44922"/>
                        <a14:backgroundMark x1="63281" y1="50391" x2="50391" y2="45703"/>
                        <a14:backgroundMark x1="53516" y1="45703" x2="55469" y2="42969"/>
                        <a14:backgroundMark x1="54688" y1="46484" x2="48438" y2="40234"/>
                        <a14:backgroundMark x1="22656" y1="42188" x2="16016" y2="47656"/>
                        <a14:backgroundMark x1="23047" y1="43359" x2="25781" y2="44141"/>
                        <a14:backgroundMark x1="26953" y1="44531" x2="21875" y2="42188"/>
                        <a14:backgroundMark x1="28906" y1="45703" x2="19922" y2="42969"/>
                        <a14:backgroundMark x1="26172" y1="44531" x2="21484" y2="42188"/>
                        <a14:backgroundMark x1="26953" y1="45703" x2="23828" y2="41406"/>
                        <a14:backgroundMark x1="23828" y1="43359" x2="23047" y2="46094"/>
                        <a14:backgroundMark x1="12891" y1="51563" x2="12891" y2="51563"/>
                        <a14:backgroundMark x1="16797" y1="50000" x2="16797" y2="50000"/>
                        <a14:backgroundMark x1="16406" y1="50000" x2="15625" y2="49609"/>
                        <a14:backgroundMark x1="15625" y1="49219" x2="15625" y2="50781"/>
                        <a14:backgroundMark x1="17188" y1="52734" x2="17578" y2="53516"/>
                        <a14:backgroundMark x1="17578" y1="53516" x2="15234" y2="50000"/>
                        <a14:backgroundMark x1="15234" y1="49609" x2="15234" y2="49609"/>
                        <a14:backgroundMark x1="15234" y1="49219" x2="15234" y2="49219"/>
                        <a14:backgroundMark x1="15625" y1="49219" x2="15625" y2="49219"/>
                        <a14:backgroundMark x1="15625" y1="48438" x2="15625" y2="48438"/>
                        <a14:backgroundMark x1="16016" y1="48047" x2="16016" y2="48047"/>
                        <a14:backgroundMark x1="16797" y1="48828" x2="16797" y2="50391"/>
                        <a14:backgroundMark x1="17578" y1="51172" x2="17578" y2="52734"/>
                        <a14:backgroundMark x1="18359" y1="53906" x2="18359" y2="53906"/>
                        <a14:backgroundMark x1="18750" y1="54297" x2="18750" y2="54297"/>
                        <a14:backgroundMark x1="18750" y1="54297" x2="18750" y2="54297"/>
                        <a14:backgroundMark x1="18359" y1="54297" x2="16797" y2="55078"/>
                        <a14:backgroundMark x1="9766" y1="69141" x2="9375" y2="68750"/>
                        <a14:backgroundMark x1="8984" y1="67188" x2="8594" y2="66016"/>
                        <a14:backgroundMark x1="9766" y1="64453" x2="9766" y2="63281"/>
                        <a14:backgroundMark x1="12109" y1="60938" x2="12109" y2="60938"/>
                        <a14:backgroundMark x1="7813" y1="67969" x2="7813" y2="67188"/>
                        <a14:backgroundMark x1="9766" y1="62500" x2="10938" y2="61328"/>
                        <a14:backgroundMark x1="12891" y1="59766" x2="12891" y2="59766"/>
                        <a14:backgroundMark x1="19531" y1="60938" x2="18750" y2="60938"/>
                        <a14:backgroundMark x1="15234" y1="61719" x2="14453" y2="61719"/>
                        <a14:backgroundMark x1="14453" y1="61719" x2="8203" y2="59375"/>
                        <a14:backgroundMark x1="16016" y1="61328" x2="16016" y2="60547"/>
                        <a14:backgroundMark x1="14844" y1="59766" x2="14844" y2="59766"/>
                        <a14:backgroundMark x1="15234" y1="59766" x2="15234" y2="59766"/>
                        <a14:backgroundMark x1="13672" y1="59766" x2="13672" y2="59766"/>
                        <a14:backgroundMark x1="13281" y1="60547" x2="13281" y2="60547"/>
                        <a14:backgroundMark x1="11719" y1="60547" x2="10938" y2="60547"/>
                        <a14:backgroundMark x1="11719" y1="60547" x2="11719" y2="60547"/>
                        <a14:backgroundMark x1="13672" y1="60156" x2="13672" y2="60156"/>
                        <a14:backgroundMark x1="14844" y1="60156" x2="13672" y2="59766"/>
                        <a14:backgroundMark x1="13281" y1="59766" x2="13281" y2="59766"/>
                        <a14:backgroundMark x1="12891" y1="59766" x2="8203" y2="60547"/>
                        <a14:backgroundMark x1="16406" y1="59375" x2="16406" y2="59375"/>
                        <a14:backgroundMark x1="15625" y1="59375" x2="15625" y2="59375"/>
                        <a14:backgroundMark x1="62109" y1="59766" x2="68750" y2="61328"/>
                        <a14:backgroundMark x1="63281" y1="58594" x2="71484" y2="61328"/>
                        <a14:backgroundMark x1="62891" y1="59766" x2="67578" y2="70313"/>
                        <a14:backgroundMark x1="68750" y1="73438" x2="67578" y2="60547"/>
                        <a14:backgroundMark x1="69141" y1="68359" x2="69141" y2="60156"/>
                        <a14:backgroundMark x1="69141" y1="72266" x2="69531" y2="62891"/>
                        <a14:backgroundMark x1="66016" y1="73828" x2="53125" y2="71484"/>
                        <a14:backgroundMark x1="66016" y1="83984" x2="60156" y2="77734"/>
                        <a14:backgroundMark x1="64453" y1="86328" x2="59766" y2="76953"/>
                        <a14:backgroundMark x1="63672" y1="83203" x2="50000" y2="95703"/>
                        <a14:backgroundMark x1="62500" y1="89453" x2="62891" y2="85547"/>
                        <a14:backgroundMark x1="64063" y1="51172" x2="62500" y2="48438"/>
                        <a14:backgroundMark x1="62109" y1="46875" x2="54297" y2="44531"/>
                        <a14:backgroundMark x1="64063" y1="48828" x2="52734" y2="43750"/>
                        <a14:backgroundMark x1="54297" y1="44531" x2="54688" y2="42578"/>
                        <a14:backgroundMark x1="54688" y1="43359" x2="54688" y2="43359"/>
                        <a14:backgroundMark x1="54688" y1="43750" x2="54688" y2="43750"/>
                        <a14:backgroundMark x1="55078" y1="43750" x2="55078" y2="43750"/>
                        <a14:backgroundMark x1="56641" y1="43359" x2="57422" y2="43359"/>
                        <a14:backgroundMark x1="58594" y1="42969" x2="58594" y2="42969"/>
                        <a14:backgroundMark x1="59375" y1="42969" x2="59375" y2="42969"/>
                        <a14:backgroundMark x1="60938" y1="43750" x2="60938" y2="43750"/>
                        <a14:backgroundMark x1="60938" y1="43750" x2="60938" y2="43750"/>
                        <a14:backgroundMark x1="61328" y1="45703" x2="61328" y2="45703"/>
                        <a14:backgroundMark x1="61719" y1="46484" x2="61719" y2="46484"/>
                        <a14:backgroundMark x1="61719" y1="45703" x2="61719" y2="45703"/>
                        <a14:backgroundMark x1="53516" y1="43359" x2="53516" y2="43359"/>
                        <a14:backgroundMark x1="53516" y1="43359" x2="53516" y2="43359"/>
                        <a14:backgroundMark x1="53516" y1="43359" x2="53516" y2="43359"/>
                        <a14:backgroundMark x1="47266" y1="38281" x2="47266" y2="38281"/>
                        <a14:backgroundMark x1="46094" y1="38281" x2="46094" y2="38281"/>
                        <a14:backgroundMark x1="46094" y1="38281" x2="44531" y2="37109"/>
                        <a14:backgroundMark x1="34375" y1="35156" x2="37500" y2="36719"/>
                      </a14:backgroundRemoval>
                    </a14:imgEffect>
                  </a14:imgLayer>
                </a14:imgProps>
              </a:ext>
            </a:extLst>
          </a:blip>
          <a:srcRect l="47392" t="3840" r="9472" b="53148"/>
          <a:stretch>
            <a:fillRect/>
          </a:stretch>
        </p:blipFill>
        <p:spPr>
          <a:xfrm>
            <a:off x="-274243" y="6483252"/>
            <a:ext cx="505623" cy="50418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FF7ABBA-11B1-B521-CB10-6272F11C67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66" b="92188" l="6250" r="89844">
                        <a14:foregroundMark x1="38281" y1="92578" x2="45313" y2="92578"/>
                        <a14:foregroundMark x1="31250" y1="39844" x2="16406" y2="59375"/>
                        <a14:foregroundMark x1="16406" y1="59375" x2="6250" y2="87891"/>
                        <a14:foregroundMark x1="6250" y1="87891" x2="21094" y2="65625"/>
                        <a14:foregroundMark x1="21094" y1="65625" x2="21484" y2="55078"/>
                        <a14:backgroundMark x1="81250" y1="20313" x2="72656" y2="41016"/>
                        <a14:backgroundMark x1="72656" y1="41016" x2="57813" y2="20313"/>
                        <a14:backgroundMark x1="57813" y1="20313" x2="76953" y2="15625"/>
                        <a14:backgroundMark x1="82422" y1="8984" x2="81641" y2="19922"/>
                        <a14:backgroundMark x1="88281" y1="26563" x2="82422" y2="27734"/>
                        <a14:backgroundMark x1="67969" y1="42969" x2="58984" y2="35938"/>
                        <a14:backgroundMark x1="53516" y1="37109" x2="57813" y2="27344"/>
                        <a14:backgroundMark x1="56250" y1="24609" x2="46875" y2="24219"/>
                        <a14:backgroundMark x1="58984" y1="7813" x2="55859" y2="17578"/>
                        <a14:backgroundMark x1="55469" y1="20703" x2="51563" y2="7813"/>
                        <a14:backgroundMark x1="54688" y1="19922" x2="50000" y2="11719"/>
                        <a14:backgroundMark x1="55078" y1="20703" x2="48438" y2="22266"/>
                        <a14:backgroundMark x1="51563" y1="31641" x2="53125" y2="19922"/>
                        <a14:backgroundMark x1="56641" y1="40234" x2="55469" y2="29297"/>
                        <a14:backgroundMark x1="54688" y1="32422" x2="50000" y2="35938"/>
                        <a14:backgroundMark x1="87891" y1="20313" x2="89063" y2="30469"/>
                        <a14:backgroundMark x1="89844" y1="30469" x2="83984" y2="31250"/>
                        <a14:backgroundMark x1="86328" y1="40625" x2="84766" y2="31250"/>
                        <a14:backgroundMark x1="85547" y1="41016" x2="76172" y2="40625"/>
                        <a14:backgroundMark x1="81641" y1="43359" x2="61328" y2="28516"/>
                        <a14:backgroundMark x1="75000" y1="46094" x2="66016" y2="44141"/>
                        <a14:backgroundMark x1="71875" y1="48828" x2="64844" y2="42578"/>
                        <a14:backgroundMark x1="69141" y1="47266" x2="60156" y2="38672"/>
                        <a14:backgroundMark x1="67188" y1="46875" x2="63672" y2="43750"/>
                        <a14:backgroundMark x1="73438" y1="46875" x2="73828" y2="37500"/>
                        <a14:backgroundMark x1="82031" y1="42969" x2="71094" y2="36719"/>
                        <a14:backgroundMark x1="87109" y1="39844" x2="83203" y2="30078"/>
                        <a14:backgroundMark x1="77344" y1="42578" x2="73828" y2="37109"/>
                        <a14:backgroundMark x1="77344" y1="41406" x2="66016" y2="40234"/>
                        <a14:backgroundMark x1="67188" y1="42188" x2="53906" y2="39453"/>
                        <a14:backgroundMark x1="55078" y1="41016" x2="61328" y2="41406"/>
                        <a14:backgroundMark x1="52734" y1="38672" x2="51172" y2="37109"/>
                        <a14:backgroundMark x1="53125" y1="40234" x2="55078" y2="39453"/>
                        <a14:backgroundMark x1="54688" y1="21094" x2="47266" y2="20313"/>
                        <a14:backgroundMark x1="54297" y1="20313" x2="49219" y2="19531"/>
                        <a14:backgroundMark x1="48438" y1="21875" x2="51172" y2="29688"/>
                        <a14:backgroundMark x1="51563" y1="30469" x2="48047" y2="22656"/>
                        <a14:backgroundMark x1="50781" y1="30859" x2="44531" y2="22656"/>
                      </a14:backgroundRemoval>
                    </a14:imgEffect>
                  </a14:imgLayer>
                </a14:imgProps>
              </a:ext>
            </a:extLst>
          </a:blip>
          <a:srcRect l="8760" t="35019" r="29840" b="4164"/>
          <a:stretch>
            <a:fillRect/>
          </a:stretch>
        </p:blipFill>
        <p:spPr>
          <a:xfrm rot="20368896">
            <a:off x="-10325" y="5921912"/>
            <a:ext cx="785434" cy="77797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137FC6E-E870-F4FD-79EC-94911377E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18530" y1="41214" x2="38658" y2="285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4386" y="5318180"/>
            <a:ext cx="796985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538591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ED2B4D-191E-E63A-F1A1-A368E5AB6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Ressource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60AAAB-0AD4-5C1A-516F-0F2042C7FC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972651" y="579634"/>
            <a:ext cx="1928010" cy="195168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273EC85-21D0-612C-A832-455BD4D4D3D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17241" r="16302"/>
          <a:stretch>
            <a:fillRect/>
          </a:stretch>
        </p:blipFill>
        <p:spPr>
          <a:xfrm>
            <a:off x="9097453" y="845170"/>
            <a:ext cx="1678406" cy="142061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5133D55-9644-4456-B96E-C70A4F1508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65" t="7529" r="2207" b="6707"/>
          <a:stretch>
            <a:fillRect/>
          </a:stretch>
        </p:blipFill>
        <p:spPr>
          <a:xfrm>
            <a:off x="8388843" y="4791558"/>
            <a:ext cx="3095625" cy="1476375"/>
          </a:xfrm>
          <a:prstGeom prst="rect">
            <a:avLst/>
          </a:prstGeom>
          <a:ln>
            <a:noFill/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5D20714-CB0A-AF40-01AE-ED23ECB4D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648" y="2819111"/>
            <a:ext cx="2525533" cy="142061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5DE016C-9B93-62A6-C8E7-4014E0361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3503" y="2885988"/>
            <a:ext cx="2986306" cy="158846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0A9AE06-399D-B2B4-E6D5-D97C100528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6813" y="1141902"/>
            <a:ext cx="3095625" cy="1476375"/>
          </a:xfrm>
          <a:prstGeom prst="rect">
            <a:avLst/>
          </a:prstGeom>
        </p:spPr>
      </p:pic>
      <p:sp>
        <p:nvSpPr>
          <p:cNvPr id="22" name="Ellipse 21">
            <a:extLst>
              <a:ext uri="{FF2B5EF4-FFF2-40B4-BE49-F238E27FC236}">
                <a16:creationId xmlns:a16="http://schemas.microsoft.com/office/drawing/2014/main" id="{99EA1C13-8639-ED42-3092-D53F86B970DC}"/>
              </a:ext>
            </a:extLst>
          </p:cNvPr>
          <p:cNvSpPr>
            <a:spLocks/>
          </p:cNvSpPr>
          <p:nvPr/>
        </p:nvSpPr>
        <p:spPr>
          <a:xfrm>
            <a:off x="-2160000" y="4698000"/>
            <a:ext cx="4320000" cy="43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31011AB8-F89A-5938-996B-7DAD8BDC2DFB}"/>
              </a:ext>
            </a:extLst>
          </p:cNvPr>
          <p:cNvSpPr>
            <a:spLocks/>
          </p:cNvSpPr>
          <p:nvPr/>
        </p:nvSpPr>
        <p:spPr>
          <a:xfrm>
            <a:off x="-1466322" y="5372863"/>
            <a:ext cx="2880000" cy="28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EAC45CF9-FFFB-98FE-1F11-2F243AFE89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18530" y1="41214" x2="38658" y2="285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4386" y="5318179"/>
            <a:ext cx="796985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274B2D91-1796-E367-807B-B80DDFC67F4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22003" t="-12660" r="-7994" b="-13452"/>
          <a:stretch>
            <a:fillRect/>
          </a:stretch>
        </p:blipFill>
        <p:spPr>
          <a:xfrm>
            <a:off x="-1319627" y="7501015"/>
            <a:ext cx="821526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22329E72-E757-9E69-D86C-6737221852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422" b="89844" l="9766" r="89844">
                        <a14:foregroundMark x1="75000" y1="7422" x2="69531" y2="23047"/>
                        <a14:backgroundMark x1="19922" y1="47266" x2="42188" y2="39844"/>
                        <a14:backgroundMark x1="42188" y1="39844" x2="57422" y2="62109"/>
                        <a14:backgroundMark x1="57422" y1="62109" x2="46875" y2="83594"/>
                        <a14:backgroundMark x1="46875" y1="83594" x2="18750" y2="80469"/>
                        <a14:backgroundMark x1="18750" y1="80469" x2="17188" y2="78516"/>
                        <a14:backgroundMark x1="23828" y1="53125" x2="8594" y2="70703"/>
                        <a14:backgroundMark x1="8594" y1="70703" x2="23438" y2="49219"/>
                        <a14:backgroundMark x1="23438" y1="49219" x2="23047" y2="59375"/>
                        <a14:backgroundMark x1="35156" y1="55078" x2="59766" y2="69922"/>
                        <a14:backgroundMark x1="59766" y1="69922" x2="53906" y2="91406"/>
                        <a14:backgroundMark x1="62109" y1="82422" x2="60938" y2="57031"/>
                        <a14:backgroundMark x1="60938" y1="57031" x2="53906" y2="46484"/>
                        <a14:backgroundMark x1="60938" y1="46875" x2="57813" y2="56641"/>
                        <a14:backgroundMark x1="64844" y1="62500" x2="68750" y2="64844"/>
                        <a14:backgroundMark x1="69141" y1="75000" x2="68359" y2="58594"/>
                        <a14:backgroundMark x1="67578" y1="76563" x2="58984" y2="44141"/>
                        <a14:backgroundMark x1="63672" y1="51563" x2="60156" y2="45703"/>
                        <a14:backgroundMark x1="63281" y1="54297" x2="45313" y2="41797"/>
                        <a14:backgroundMark x1="45313" y1="41797" x2="32813" y2="41797"/>
                        <a14:backgroundMark x1="37500" y1="38672" x2="46094" y2="41406"/>
                        <a14:backgroundMark x1="46484" y1="43359" x2="32813" y2="40234"/>
                        <a14:backgroundMark x1="31641" y1="46484" x2="20703" y2="44531"/>
                        <a14:backgroundMark x1="18750" y1="55859" x2="27734" y2="42188"/>
                        <a14:backgroundMark x1="27734" y1="45313" x2="17188" y2="46094"/>
                        <a14:backgroundMark x1="38672" y1="35938" x2="44141" y2="36328"/>
                        <a14:backgroundMark x1="38672" y1="35938" x2="30859" y2="42188"/>
                        <a14:backgroundMark x1="35156" y1="42578" x2="37500" y2="35156"/>
                        <a14:backgroundMark x1="36719" y1="39844" x2="35938" y2="35938"/>
                        <a14:backgroundMark x1="36328" y1="40625" x2="31641" y2="36328"/>
                        <a14:backgroundMark x1="36719" y1="41406" x2="26172" y2="37500"/>
                        <a14:backgroundMark x1="49219" y1="41406" x2="42188" y2="37500"/>
                        <a14:backgroundMark x1="44531" y1="40625" x2="47266" y2="39453"/>
                        <a14:backgroundMark x1="51563" y1="46094" x2="57813" y2="42188"/>
                        <a14:backgroundMark x1="62500" y1="47656" x2="64453" y2="49219"/>
                        <a14:backgroundMark x1="64453" y1="52344" x2="59375" y2="44922"/>
                        <a14:backgroundMark x1="63281" y1="50391" x2="50391" y2="45703"/>
                        <a14:backgroundMark x1="53516" y1="45703" x2="55469" y2="42969"/>
                        <a14:backgroundMark x1="54688" y1="46484" x2="48438" y2="40234"/>
                        <a14:backgroundMark x1="22656" y1="42188" x2="16016" y2="47656"/>
                        <a14:backgroundMark x1="23047" y1="43359" x2="25781" y2="44141"/>
                        <a14:backgroundMark x1="26953" y1="44531" x2="21875" y2="42188"/>
                        <a14:backgroundMark x1="28906" y1="45703" x2="19922" y2="42969"/>
                        <a14:backgroundMark x1="26172" y1="44531" x2="21484" y2="42188"/>
                        <a14:backgroundMark x1="26953" y1="45703" x2="23828" y2="41406"/>
                        <a14:backgroundMark x1="23828" y1="43359" x2="23047" y2="46094"/>
                        <a14:backgroundMark x1="12891" y1="51563" x2="12891" y2="51563"/>
                        <a14:backgroundMark x1="16797" y1="50000" x2="16797" y2="50000"/>
                        <a14:backgroundMark x1="16406" y1="50000" x2="15625" y2="49609"/>
                        <a14:backgroundMark x1="15625" y1="49219" x2="15625" y2="50781"/>
                        <a14:backgroundMark x1="17188" y1="52734" x2="17578" y2="53516"/>
                        <a14:backgroundMark x1="17578" y1="53516" x2="15234" y2="50000"/>
                        <a14:backgroundMark x1="15234" y1="49609" x2="15234" y2="49609"/>
                        <a14:backgroundMark x1="15234" y1="49219" x2="15234" y2="49219"/>
                        <a14:backgroundMark x1="15625" y1="49219" x2="15625" y2="49219"/>
                        <a14:backgroundMark x1="15625" y1="48438" x2="15625" y2="48438"/>
                        <a14:backgroundMark x1="16016" y1="48047" x2="16016" y2="48047"/>
                        <a14:backgroundMark x1="16797" y1="48828" x2="16797" y2="50391"/>
                        <a14:backgroundMark x1="17578" y1="51172" x2="17578" y2="52734"/>
                        <a14:backgroundMark x1="18359" y1="53906" x2="18359" y2="53906"/>
                        <a14:backgroundMark x1="18750" y1="54297" x2="18750" y2="54297"/>
                        <a14:backgroundMark x1="18750" y1="54297" x2="18750" y2="54297"/>
                        <a14:backgroundMark x1="18359" y1="54297" x2="16797" y2="55078"/>
                        <a14:backgroundMark x1="9766" y1="69141" x2="9375" y2="68750"/>
                        <a14:backgroundMark x1="8984" y1="67188" x2="8594" y2="66016"/>
                        <a14:backgroundMark x1="9766" y1="64453" x2="9766" y2="63281"/>
                        <a14:backgroundMark x1="12109" y1="60938" x2="12109" y2="60938"/>
                        <a14:backgroundMark x1="7813" y1="67969" x2="7813" y2="67188"/>
                        <a14:backgroundMark x1="9766" y1="62500" x2="10938" y2="61328"/>
                        <a14:backgroundMark x1="12891" y1="59766" x2="12891" y2="59766"/>
                        <a14:backgroundMark x1="19531" y1="60938" x2="18750" y2="60938"/>
                        <a14:backgroundMark x1="15234" y1="61719" x2="14453" y2="61719"/>
                        <a14:backgroundMark x1="14453" y1="61719" x2="8203" y2="59375"/>
                        <a14:backgroundMark x1="16016" y1="61328" x2="16016" y2="60547"/>
                        <a14:backgroundMark x1="14844" y1="59766" x2="14844" y2="59766"/>
                        <a14:backgroundMark x1="15234" y1="59766" x2="15234" y2="59766"/>
                        <a14:backgroundMark x1="13672" y1="59766" x2="13672" y2="59766"/>
                        <a14:backgroundMark x1="13281" y1="60547" x2="13281" y2="60547"/>
                        <a14:backgroundMark x1="11719" y1="60547" x2="10938" y2="60547"/>
                        <a14:backgroundMark x1="11719" y1="60547" x2="11719" y2="60547"/>
                        <a14:backgroundMark x1="13672" y1="60156" x2="13672" y2="60156"/>
                        <a14:backgroundMark x1="14844" y1="60156" x2="13672" y2="59766"/>
                        <a14:backgroundMark x1="13281" y1="59766" x2="13281" y2="59766"/>
                        <a14:backgroundMark x1="12891" y1="59766" x2="8203" y2="60547"/>
                        <a14:backgroundMark x1="16406" y1="59375" x2="16406" y2="59375"/>
                        <a14:backgroundMark x1="15625" y1="59375" x2="15625" y2="59375"/>
                        <a14:backgroundMark x1="62109" y1="59766" x2="68750" y2="61328"/>
                        <a14:backgroundMark x1="63281" y1="58594" x2="71484" y2="61328"/>
                        <a14:backgroundMark x1="62891" y1="59766" x2="67578" y2="70313"/>
                        <a14:backgroundMark x1="68750" y1="73438" x2="67578" y2="60547"/>
                        <a14:backgroundMark x1="69141" y1="68359" x2="69141" y2="60156"/>
                        <a14:backgroundMark x1="69141" y1="72266" x2="69531" y2="62891"/>
                        <a14:backgroundMark x1="66016" y1="73828" x2="53125" y2="71484"/>
                        <a14:backgroundMark x1="66016" y1="83984" x2="60156" y2="77734"/>
                        <a14:backgroundMark x1="64453" y1="86328" x2="59766" y2="76953"/>
                        <a14:backgroundMark x1="63672" y1="83203" x2="50000" y2="95703"/>
                        <a14:backgroundMark x1="62500" y1="89453" x2="62891" y2="85547"/>
                        <a14:backgroundMark x1="64063" y1="51172" x2="62500" y2="48438"/>
                        <a14:backgroundMark x1="62109" y1="46875" x2="54297" y2="44531"/>
                        <a14:backgroundMark x1="64063" y1="48828" x2="52734" y2="43750"/>
                        <a14:backgroundMark x1="54297" y1="44531" x2="54688" y2="42578"/>
                        <a14:backgroundMark x1="54688" y1="43359" x2="54688" y2="43359"/>
                        <a14:backgroundMark x1="54688" y1="43750" x2="54688" y2="43750"/>
                        <a14:backgroundMark x1="55078" y1="43750" x2="55078" y2="43750"/>
                        <a14:backgroundMark x1="56641" y1="43359" x2="57422" y2="43359"/>
                        <a14:backgroundMark x1="58594" y1="42969" x2="58594" y2="42969"/>
                        <a14:backgroundMark x1="59375" y1="42969" x2="59375" y2="42969"/>
                        <a14:backgroundMark x1="60938" y1="43750" x2="60938" y2="43750"/>
                        <a14:backgroundMark x1="60938" y1="43750" x2="60938" y2="43750"/>
                        <a14:backgroundMark x1="61328" y1="45703" x2="61328" y2="45703"/>
                        <a14:backgroundMark x1="61719" y1="46484" x2="61719" y2="46484"/>
                        <a14:backgroundMark x1="61719" y1="45703" x2="61719" y2="45703"/>
                        <a14:backgroundMark x1="53516" y1="43359" x2="53516" y2="43359"/>
                        <a14:backgroundMark x1="53516" y1="43359" x2="53516" y2="43359"/>
                        <a14:backgroundMark x1="53516" y1="43359" x2="53516" y2="43359"/>
                        <a14:backgroundMark x1="47266" y1="38281" x2="47266" y2="38281"/>
                        <a14:backgroundMark x1="46094" y1="38281" x2="46094" y2="38281"/>
                        <a14:backgroundMark x1="46094" y1="38281" x2="44531" y2="37109"/>
                        <a14:backgroundMark x1="34375" y1="35156" x2="37500" y2="36719"/>
                      </a14:backgroundRemoval>
                    </a14:imgEffect>
                  </a14:imgLayer>
                </a14:imgProps>
              </a:ext>
            </a:extLst>
          </a:blip>
          <a:srcRect l="47392" t="3840" r="9472" b="53148"/>
          <a:stretch>
            <a:fillRect/>
          </a:stretch>
        </p:blipFill>
        <p:spPr>
          <a:xfrm>
            <a:off x="-274243" y="6483252"/>
            <a:ext cx="505623" cy="504186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1BD0F7A5-A3CA-F0A2-FB81-7032F3D5BC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66" b="92188" l="6250" r="89844">
                        <a14:foregroundMark x1="38281" y1="92578" x2="45313" y2="92578"/>
                        <a14:foregroundMark x1="31250" y1="39844" x2="16406" y2="59375"/>
                        <a14:foregroundMark x1="16406" y1="59375" x2="6250" y2="87891"/>
                        <a14:foregroundMark x1="6250" y1="87891" x2="21094" y2="65625"/>
                        <a14:foregroundMark x1="21094" y1="65625" x2="21484" y2="55078"/>
                        <a14:backgroundMark x1="81250" y1="20313" x2="72656" y2="41016"/>
                        <a14:backgroundMark x1="72656" y1="41016" x2="57813" y2="20313"/>
                        <a14:backgroundMark x1="57813" y1="20313" x2="76953" y2="15625"/>
                        <a14:backgroundMark x1="82422" y1="8984" x2="81641" y2="19922"/>
                        <a14:backgroundMark x1="88281" y1="26563" x2="82422" y2="27734"/>
                        <a14:backgroundMark x1="67969" y1="42969" x2="58984" y2="35938"/>
                        <a14:backgroundMark x1="53516" y1="37109" x2="57813" y2="27344"/>
                        <a14:backgroundMark x1="56250" y1="24609" x2="46875" y2="24219"/>
                        <a14:backgroundMark x1="58984" y1="7813" x2="55859" y2="17578"/>
                        <a14:backgroundMark x1="55469" y1="20703" x2="51563" y2="7813"/>
                        <a14:backgroundMark x1="54688" y1="19922" x2="50000" y2="11719"/>
                        <a14:backgroundMark x1="55078" y1="20703" x2="48438" y2="22266"/>
                        <a14:backgroundMark x1="51563" y1="31641" x2="53125" y2="19922"/>
                        <a14:backgroundMark x1="56641" y1="40234" x2="55469" y2="29297"/>
                        <a14:backgroundMark x1="54688" y1="32422" x2="50000" y2="35938"/>
                        <a14:backgroundMark x1="87891" y1="20313" x2="89063" y2="30469"/>
                        <a14:backgroundMark x1="89844" y1="30469" x2="83984" y2="31250"/>
                        <a14:backgroundMark x1="86328" y1="40625" x2="84766" y2="31250"/>
                        <a14:backgroundMark x1="85547" y1="41016" x2="76172" y2="40625"/>
                        <a14:backgroundMark x1="81641" y1="43359" x2="61328" y2="28516"/>
                        <a14:backgroundMark x1="75000" y1="46094" x2="66016" y2="44141"/>
                        <a14:backgroundMark x1="71875" y1="48828" x2="64844" y2="42578"/>
                        <a14:backgroundMark x1="69141" y1="47266" x2="60156" y2="38672"/>
                        <a14:backgroundMark x1="67188" y1="46875" x2="63672" y2="43750"/>
                        <a14:backgroundMark x1="73438" y1="46875" x2="73828" y2="37500"/>
                        <a14:backgroundMark x1="82031" y1="42969" x2="71094" y2="36719"/>
                        <a14:backgroundMark x1="87109" y1="39844" x2="83203" y2="30078"/>
                        <a14:backgroundMark x1="77344" y1="42578" x2="73828" y2="37109"/>
                        <a14:backgroundMark x1="77344" y1="41406" x2="66016" y2="40234"/>
                        <a14:backgroundMark x1="67188" y1="42188" x2="53906" y2="39453"/>
                        <a14:backgroundMark x1="55078" y1="41016" x2="61328" y2="41406"/>
                        <a14:backgroundMark x1="52734" y1="38672" x2="51172" y2="37109"/>
                        <a14:backgroundMark x1="53125" y1="40234" x2="55078" y2="39453"/>
                        <a14:backgroundMark x1="54688" y1="21094" x2="47266" y2="20313"/>
                        <a14:backgroundMark x1="54297" y1="20313" x2="49219" y2="19531"/>
                        <a14:backgroundMark x1="48438" y1="21875" x2="51172" y2="29688"/>
                        <a14:backgroundMark x1="51563" y1="30469" x2="48047" y2="22656"/>
                        <a14:backgroundMark x1="50781" y1="30859" x2="44531" y2="22656"/>
                      </a14:backgroundRemoval>
                    </a14:imgEffect>
                  </a14:imgLayer>
                </a14:imgProps>
              </a:ext>
            </a:extLst>
          </a:blip>
          <a:srcRect l="8760" t="35019" r="29840" b="4164"/>
          <a:stretch>
            <a:fillRect/>
          </a:stretch>
        </p:blipFill>
        <p:spPr>
          <a:xfrm rot="20368896">
            <a:off x="-10325" y="5921912"/>
            <a:ext cx="785434" cy="77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33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37 0.31459 C -0.18946 0.24653 -0.19466 0.24699 -0.19948 0.17755 C -0.20378 0.13658 -0.18972 0.0463 -0.16224 0.00556 C -0.13672 -0.03634 -0.11719 -0.04606 -0.08594 -0.05208 C -0.04336 -0.04491 -0.03164 -0.04352 -0.00091 0.00509 " pathEditMode="relative" rAng="18780000" ptsTypes="AAAAA">
                                      <p:cBhvr>
                                        <p:cTn id="6" dur="20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7" y="-226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23 C 0.02396 0.03542 0.04466 0.05232 0.07956 0.05834 C 0.1155 0.05741 0.14909 0.01412 0.16367 -0.01273 C 0.17891 -0.04398 0.19649 -0.12454 0.19154 -0.16366 C 0.18971 -0.24699 0.16302 -0.29352 0.15221 -0.31296 " pathEditMode="relative" rAng="18780000" ptsTypes="AAAAA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9" y="-8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E40B3A-C775-BCE5-E83E-E6D53313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Risikoanalyse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D1E0611-BD29-1D96-3A30-2C2EDA809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549" y="3810000"/>
            <a:ext cx="2105025" cy="21050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A4AFF0A-452D-3788-AB0D-F9454EF04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907" y="933451"/>
            <a:ext cx="2495549" cy="2495549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B8B8D965-EA80-AA5C-C65E-BC34CA705887}"/>
              </a:ext>
            </a:extLst>
          </p:cNvPr>
          <p:cNvSpPr>
            <a:spLocks/>
          </p:cNvSpPr>
          <p:nvPr/>
        </p:nvSpPr>
        <p:spPr>
          <a:xfrm>
            <a:off x="-2160000" y="4698000"/>
            <a:ext cx="4320000" cy="43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4060F48-3AD5-9630-C745-1A65114ACC2B}"/>
              </a:ext>
            </a:extLst>
          </p:cNvPr>
          <p:cNvSpPr>
            <a:spLocks/>
          </p:cNvSpPr>
          <p:nvPr/>
        </p:nvSpPr>
        <p:spPr>
          <a:xfrm>
            <a:off x="-1440000" y="5418000"/>
            <a:ext cx="2880000" cy="28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303E42-1FA3-8070-F701-D3B68E2D86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22" b="89844" l="9766" r="89844">
                        <a14:foregroundMark x1="75000" y1="7422" x2="69531" y2="23047"/>
                        <a14:backgroundMark x1="19922" y1="47266" x2="42188" y2="39844"/>
                        <a14:backgroundMark x1="42188" y1="39844" x2="57422" y2="62109"/>
                        <a14:backgroundMark x1="57422" y1="62109" x2="46875" y2="83594"/>
                        <a14:backgroundMark x1="46875" y1="83594" x2="18750" y2="80469"/>
                        <a14:backgroundMark x1="18750" y1="80469" x2="17188" y2="78516"/>
                        <a14:backgroundMark x1="23828" y1="53125" x2="8594" y2="70703"/>
                        <a14:backgroundMark x1="8594" y1="70703" x2="23438" y2="49219"/>
                        <a14:backgroundMark x1="23438" y1="49219" x2="23047" y2="59375"/>
                        <a14:backgroundMark x1="35156" y1="55078" x2="59766" y2="69922"/>
                        <a14:backgroundMark x1="59766" y1="69922" x2="53906" y2="91406"/>
                        <a14:backgroundMark x1="62109" y1="82422" x2="60938" y2="57031"/>
                        <a14:backgroundMark x1="60938" y1="57031" x2="53906" y2="46484"/>
                        <a14:backgroundMark x1="60938" y1="46875" x2="57813" y2="56641"/>
                        <a14:backgroundMark x1="64844" y1="62500" x2="68750" y2="64844"/>
                        <a14:backgroundMark x1="69141" y1="75000" x2="68359" y2="58594"/>
                        <a14:backgroundMark x1="67578" y1="76563" x2="58984" y2="44141"/>
                        <a14:backgroundMark x1="63672" y1="51563" x2="60156" y2="45703"/>
                        <a14:backgroundMark x1="63281" y1="54297" x2="45313" y2="41797"/>
                        <a14:backgroundMark x1="45313" y1="41797" x2="32813" y2="41797"/>
                        <a14:backgroundMark x1="37500" y1="38672" x2="46094" y2="41406"/>
                        <a14:backgroundMark x1="46484" y1="43359" x2="32813" y2="40234"/>
                        <a14:backgroundMark x1="31641" y1="46484" x2="20703" y2="44531"/>
                        <a14:backgroundMark x1="18750" y1="55859" x2="27734" y2="42188"/>
                        <a14:backgroundMark x1="27734" y1="45313" x2="17188" y2="46094"/>
                        <a14:backgroundMark x1="38672" y1="35938" x2="44141" y2="36328"/>
                        <a14:backgroundMark x1="38672" y1="35938" x2="30859" y2="42188"/>
                        <a14:backgroundMark x1="35156" y1="42578" x2="37500" y2="35156"/>
                        <a14:backgroundMark x1="36719" y1="39844" x2="35938" y2="35938"/>
                        <a14:backgroundMark x1="36328" y1="40625" x2="31641" y2="36328"/>
                        <a14:backgroundMark x1="36719" y1="41406" x2="26172" y2="37500"/>
                        <a14:backgroundMark x1="49219" y1="41406" x2="42188" y2="37500"/>
                        <a14:backgroundMark x1="44531" y1="40625" x2="47266" y2="39453"/>
                        <a14:backgroundMark x1="51563" y1="46094" x2="57813" y2="42188"/>
                        <a14:backgroundMark x1="62500" y1="47656" x2="64453" y2="49219"/>
                        <a14:backgroundMark x1="64453" y1="52344" x2="59375" y2="44922"/>
                        <a14:backgroundMark x1="63281" y1="50391" x2="50391" y2="45703"/>
                        <a14:backgroundMark x1="53516" y1="45703" x2="55469" y2="42969"/>
                        <a14:backgroundMark x1="54688" y1="46484" x2="48438" y2="40234"/>
                        <a14:backgroundMark x1="22656" y1="42188" x2="16016" y2="47656"/>
                        <a14:backgroundMark x1="23047" y1="43359" x2="25781" y2="44141"/>
                        <a14:backgroundMark x1="26953" y1="44531" x2="21875" y2="42188"/>
                        <a14:backgroundMark x1="28906" y1="45703" x2="19922" y2="42969"/>
                        <a14:backgroundMark x1="26172" y1="44531" x2="21484" y2="42188"/>
                        <a14:backgroundMark x1="26953" y1="45703" x2="23828" y2="41406"/>
                        <a14:backgroundMark x1="23828" y1="43359" x2="23047" y2="46094"/>
                        <a14:backgroundMark x1="12891" y1="51563" x2="12891" y2="51563"/>
                        <a14:backgroundMark x1="16797" y1="50000" x2="16797" y2="50000"/>
                        <a14:backgroundMark x1="16406" y1="50000" x2="15625" y2="49609"/>
                        <a14:backgroundMark x1="15625" y1="49219" x2="15625" y2="50781"/>
                        <a14:backgroundMark x1="17188" y1="52734" x2="17578" y2="53516"/>
                        <a14:backgroundMark x1="17578" y1="53516" x2="15234" y2="50000"/>
                        <a14:backgroundMark x1="15234" y1="49609" x2="15234" y2="49609"/>
                        <a14:backgroundMark x1="15234" y1="49219" x2="15234" y2="49219"/>
                        <a14:backgroundMark x1="15625" y1="49219" x2="15625" y2="49219"/>
                        <a14:backgroundMark x1="15625" y1="48438" x2="15625" y2="48438"/>
                        <a14:backgroundMark x1="16016" y1="48047" x2="16016" y2="48047"/>
                        <a14:backgroundMark x1="16797" y1="48828" x2="16797" y2="50391"/>
                        <a14:backgroundMark x1="17578" y1="51172" x2="17578" y2="52734"/>
                        <a14:backgroundMark x1="18359" y1="53906" x2="18359" y2="53906"/>
                        <a14:backgroundMark x1="18750" y1="54297" x2="18750" y2="54297"/>
                        <a14:backgroundMark x1="18750" y1="54297" x2="18750" y2="54297"/>
                        <a14:backgroundMark x1="18359" y1="54297" x2="16797" y2="55078"/>
                        <a14:backgroundMark x1="9766" y1="69141" x2="9375" y2="68750"/>
                        <a14:backgroundMark x1="8984" y1="67188" x2="8594" y2="66016"/>
                        <a14:backgroundMark x1="9766" y1="64453" x2="9766" y2="63281"/>
                        <a14:backgroundMark x1="12109" y1="60938" x2="12109" y2="60938"/>
                        <a14:backgroundMark x1="7813" y1="67969" x2="7813" y2="67188"/>
                        <a14:backgroundMark x1="9766" y1="62500" x2="10938" y2="61328"/>
                        <a14:backgroundMark x1="12891" y1="59766" x2="12891" y2="59766"/>
                        <a14:backgroundMark x1="19531" y1="60938" x2="18750" y2="60938"/>
                        <a14:backgroundMark x1="15234" y1="61719" x2="14453" y2="61719"/>
                        <a14:backgroundMark x1="14453" y1="61719" x2="8203" y2="59375"/>
                        <a14:backgroundMark x1="16016" y1="61328" x2="16016" y2="60547"/>
                        <a14:backgroundMark x1="14844" y1="59766" x2="14844" y2="59766"/>
                        <a14:backgroundMark x1="15234" y1="59766" x2="15234" y2="59766"/>
                        <a14:backgroundMark x1="13672" y1="59766" x2="13672" y2="59766"/>
                        <a14:backgroundMark x1="13281" y1="60547" x2="13281" y2="60547"/>
                        <a14:backgroundMark x1="11719" y1="60547" x2="10938" y2="60547"/>
                        <a14:backgroundMark x1="11719" y1="60547" x2="11719" y2="60547"/>
                        <a14:backgroundMark x1="13672" y1="60156" x2="13672" y2="60156"/>
                        <a14:backgroundMark x1="14844" y1="60156" x2="13672" y2="59766"/>
                        <a14:backgroundMark x1="13281" y1="59766" x2="13281" y2="59766"/>
                        <a14:backgroundMark x1="12891" y1="59766" x2="8203" y2="60547"/>
                        <a14:backgroundMark x1="16406" y1="59375" x2="16406" y2="59375"/>
                        <a14:backgroundMark x1="15625" y1="59375" x2="15625" y2="59375"/>
                        <a14:backgroundMark x1="62109" y1="59766" x2="68750" y2="61328"/>
                        <a14:backgroundMark x1="63281" y1="58594" x2="71484" y2="61328"/>
                        <a14:backgroundMark x1="62891" y1="59766" x2="67578" y2="70313"/>
                        <a14:backgroundMark x1="68750" y1="73438" x2="67578" y2="60547"/>
                        <a14:backgroundMark x1="69141" y1="68359" x2="69141" y2="60156"/>
                        <a14:backgroundMark x1="69141" y1="72266" x2="69531" y2="62891"/>
                        <a14:backgroundMark x1="66016" y1="73828" x2="53125" y2="71484"/>
                        <a14:backgroundMark x1="66016" y1="83984" x2="60156" y2="77734"/>
                        <a14:backgroundMark x1="64453" y1="86328" x2="59766" y2="76953"/>
                        <a14:backgroundMark x1="63672" y1="83203" x2="50000" y2="95703"/>
                        <a14:backgroundMark x1="62500" y1="89453" x2="62891" y2="85547"/>
                        <a14:backgroundMark x1="64063" y1="51172" x2="62500" y2="48438"/>
                        <a14:backgroundMark x1="62109" y1="46875" x2="54297" y2="44531"/>
                        <a14:backgroundMark x1="64063" y1="48828" x2="52734" y2="43750"/>
                        <a14:backgroundMark x1="54297" y1="44531" x2="54688" y2="42578"/>
                        <a14:backgroundMark x1="54688" y1="43359" x2="54688" y2="43359"/>
                        <a14:backgroundMark x1="54688" y1="43750" x2="54688" y2="43750"/>
                        <a14:backgroundMark x1="55078" y1="43750" x2="55078" y2="43750"/>
                        <a14:backgroundMark x1="56641" y1="43359" x2="57422" y2="43359"/>
                        <a14:backgroundMark x1="58594" y1="42969" x2="58594" y2="42969"/>
                        <a14:backgroundMark x1="59375" y1="42969" x2="59375" y2="42969"/>
                        <a14:backgroundMark x1="60938" y1="43750" x2="60938" y2="43750"/>
                        <a14:backgroundMark x1="60938" y1="43750" x2="60938" y2="43750"/>
                        <a14:backgroundMark x1="61328" y1="45703" x2="61328" y2="45703"/>
                        <a14:backgroundMark x1="61719" y1="46484" x2="61719" y2="46484"/>
                        <a14:backgroundMark x1="61719" y1="45703" x2="61719" y2="45703"/>
                        <a14:backgroundMark x1="53516" y1="43359" x2="53516" y2="43359"/>
                        <a14:backgroundMark x1="53516" y1="43359" x2="53516" y2="43359"/>
                        <a14:backgroundMark x1="53516" y1="43359" x2="53516" y2="43359"/>
                        <a14:backgroundMark x1="47266" y1="38281" x2="47266" y2="38281"/>
                        <a14:backgroundMark x1="46094" y1="38281" x2="46094" y2="38281"/>
                        <a14:backgroundMark x1="46094" y1="38281" x2="44531" y2="37109"/>
                        <a14:backgroundMark x1="34375" y1="35156" x2="37500" y2="36719"/>
                      </a14:backgroundRemoval>
                    </a14:imgEffect>
                  </a14:imgLayer>
                </a14:imgProps>
              </a:ext>
            </a:extLst>
          </a:blip>
          <a:srcRect l="47392" t="3840" r="9472" b="53148"/>
          <a:stretch>
            <a:fillRect/>
          </a:stretch>
        </p:blipFill>
        <p:spPr>
          <a:xfrm>
            <a:off x="-252811" y="6605907"/>
            <a:ext cx="505623" cy="50418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9252688-BC0A-83EF-86EA-9E6D677F82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66" b="92188" l="6250" r="89844">
                        <a14:foregroundMark x1="38281" y1="92578" x2="45313" y2="92578"/>
                        <a14:foregroundMark x1="31250" y1="39844" x2="16406" y2="59375"/>
                        <a14:foregroundMark x1="16406" y1="59375" x2="6250" y2="87891"/>
                        <a14:foregroundMark x1="6250" y1="87891" x2="21094" y2="65625"/>
                        <a14:foregroundMark x1="21094" y1="65625" x2="21484" y2="55078"/>
                        <a14:backgroundMark x1="81250" y1="20313" x2="72656" y2="41016"/>
                        <a14:backgroundMark x1="72656" y1="41016" x2="57813" y2="20313"/>
                        <a14:backgroundMark x1="57813" y1="20313" x2="76953" y2="15625"/>
                        <a14:backgroundMark x1="82422" y1="8984" x2="81641" y2="19922"/>
                        <a14:backgroundMark x1="88281" y1="26563" x2="82422" y2="27734"/>
                        <a14:backgroundMark x1="67969" y1="42969" x2="58984" y2="35938"/>
                        <a14:backgroundMark x1="53516" y1="37109" x2="57813" y2="27344"/>
                        <a14:backgroundMark x1="56250" y1="24609" x2="46875" y2="24219"/>
                        <a14:backgroundMark x1="58984" y1="7813" x2="55859" y2="17578"/>
                        <a14:backgroundMark x1="55469" y1="20703" x2="51563" y2="7813"/>
                        <a14:backgroundMark x1="54688" y1="19922" x2="50000" y2="11719"/>
                        <a14:backgroundMark x1="55078" y1="20703" x2="48438" y2="22266"/>
                        <a14:backgroundMark x1="51563" y1="31641" x2="53125" y2="19922"/>
                        <a14:backgroundMark x1="56641" y1="40234" x2="55469" y2="29297"/>
                        <a14:backgroundMark x1="54688" y1="32422" x2="50000" y2="35938"/>
                        <a14:backgroundMark x1="87891" y1="20313" x2="89063" y2="30469"/>
                        <a14:backgroundMark x1="89844" y1="30469" x2="83984" y2="31250"/>
                        <a14:backgroundMark x1="86328" y1="40625" x2="84766" y2="31250"/>
                        <a14:backgroundMark x1="85547" y1="41016" x2="76172" y2="40625"/>
                        <a14:backgroundMark x1="81641" y1="43359" x2="61328" y2="28516"/>
                        <a14:backgroundMark x1="75000" y1="46094" x2="66016" y2="44141"/>
                        <a14:backgroundMark x1="71875" y1="48828" x2="64844" y2="42578"/>
                        <a14:backgroundMark x1="69141" y1="47266" x2="60156" y2="38672"/>
                        <a14:backgroundMark x1="67188" y1="46875" x2="63672" y2="43750"/>
                        <a14:backgroundMark x1="73438" y1="46875" x2="73828" y2="37500"/>
                        <a14:backgroundMark x1="82031" y1="42969" x2="71094" y2="36719"/>
                        <a14:backgroundMark x1="87109" y1="39844" x2="83203" y2="30078"/>
                        <a14:backgroundMark x1="77344" y1="42578" x2="73828" y2="37109"/>
                        <a14:backgroundMark x1="77344" y1="41406" x2="66016" y2="40234"/>
                        <a14:backgroundMark x1="67188" y1="42188" x2="53906" y2="39453"/>
                        <a14:backgroundMark x1="55078" y1="41016" x2="61328" y2="41406"/>
                        <a14:backgroundMark x1="52734" y1="38672" x2="51172" y2="37109"/>
                        <a14:backgroundMark x1="53125" y1="40234" x2="55078" y2="39453"/>
                        <a14:backgroundMark x1="54688" y1="21094" x2="47266" y2="20313"/>
                        <a14:backgroundMark x1="54297" y1="20313" x2="49219" y2="19531"/>
                        <a14:backgroundMark x1="48438" y1="21875" x2="51172" y2="29688"/>
                        <a14:backgroundMark x1="51563" y1="30469" x2="48047" y2="22656"/>
                        <a14:backgroundMark x1="50781" y1="30859" x2="44531" y2="22656"/>
                      </a14:backgroundRemoval>
                    </a14:imgEffect>
                  </a14:imgLayer>
                </a14:imgProps>
              </a:ext>
            </a:extLst>
          </a:blip>
          <a:srcRect l="8760" t="35019" r="29840" b="4164"/>
          <a:stretch>
            <a:fillRect/>
          </a:stretch>
        </p:blipFill>
        <p:spPr>
          <a:xfrm rot="20368896">
            <a:off x="11107" y="6044567"/>
            <a:ext cx="785434" cy="77797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8FFED36-59DD-9310-959E-A3FBB17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2003" t="-12660" r="-7994" b="-13452"/>
          <a:stretch>
            <a:fillRect/>
          </a:stretch>
        </p:blipFill>
        <p:spPr>
          <a:xfrm>
            <a:off x="567711" y="5418000"/>
            <a:ext cx="821526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DA5E3F2-833B-EC53-15FA-3081B9C62F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167" l="9667" r="90000">
                        <a14:foregroundMark x1="18667" y1="62333" x2="38833" y2="52500"/>
                        <a14:foregroundMark x1="38833" y1="52500" x2="41500" y2="52000"/>
                        <a14:foregroundMark x1="26500" y1="55333" x2="18333" y2="57000"/>
                        <a14:foregroundMark x1="29167" y1="73167" x2="42500" y2="78833"/>
                        <a14:foregroundMark x1="42500" y1="78833" x2="44167" y2="78500"/>
                        <a14:foregroundMark x1="34333" y1="73000" x2="27500" y2="80000"/>
                        <a14:foregroundMark x1="9833" y1="52167" x2="9833" y2="55667"/>
                        <a14:foregroundMark x1="58000" y1="21667" x2="32833" y2="20167"/>
                        <a14:foregroundMark x1="58667" y1="43667" x2="78000" y2="52500"/>
                        <a14:foregroundMark x1="71500" y1="74167" x2="62833" y2="73833"/>
                        <a14:foregroundMark x1="62833" y1="73833" x2="53667" y2="70833"/>
                        <a14:foregroundMark x1="53667" y1="70833" x2="57667" y2="63333"/>
                        <a14:foregroundMark x1="57667" y1="63333" x2="66333" y2="67667"/>
                        <a14:foregroundMark x1="66333" y1="67667" x2="69667" y2="68333"/>
                        <a14:foregroundMark x1="54333" y1="63000" x2="56167" y2="61167"/>
                        <a14:foregroundMark x1="31833" y1="26000" x2="31167" y2="19333"/>
                        <a14:foregroundMark x1="24667" y1="90167" x2="26000" y2="90000"/>
                        <a14:foregroundMark x1="11000" y1="56167" x2="9833" y2="52833"/>
                        <a14:backgroundMark x1="48167" y1="54667" x2="47667" y2="54000"/>
                        <a14:backgroundMark x1="9333" y1="56833" x2="9833" y2="528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350980" y="7462523"/>
            <a:ext cx="796985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5146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1.85185E-6 C -0.02266 -0.03912 -0.04102 -0.04537 -0.07578 -0.05533 C -0.11146 -0.05949 -0.14662 -0.02037 -0.16276 0.00532 C -0.17891 0.03495 -0.19961 0.11296 -0.19623 0.15231 C -0.19792 0.23657 -0.17292 0.28565 -0.16302 0.30717 " pathEditMode="relative" rAng="8220000" ptsTypes="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49" y="828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0.00069 C 0.02409 0.03426 0.02813 0.05416 0.07188 0.06041 C 0.13724 0.0449 0.14128 0.03356 0.16224 -0.00232 C 0.18269 -0.03866 0.1974 -0.11482 0.19597 -0.15533 C 0.19844 -0.19885 0.18516 -0.24375 0.17917 -0.26713 C 0.17318 -0.28982 0.16602 -0.29213 0.16381 -0.29815 " pathEditMode="relative" rAng="19080000" ptsTypes="AAAA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36" y="-791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CDEFB4-EEAB-35BC-C6AA-B3DB78BA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Spielkonzept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2D7C6C5-8050-D9F7-AF67-02FA0CBD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3721" y="2367257"/>
            <a:ext cx="5594889" cy="35267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b="1" dirty="0">
                <a:solidFill>
                  <a:srgbClr val="FF0000"/>
                </a:solidFill>
              </a:rPr>
              <a:t>Notiz und Bilder</a:t>
            </a:r>
            <a:endParaRPr lang="de-DE" dirty="0">
              <a:solidFill>
                <a:srgbClr val="FF0000"/>
              </a:solidFill>
            </a:endParaRPr>
          </a:p>
          <a:p>
            <a:r>
              <a:rPr lang="de-DE" dirty="0">
                <a:solidFill>
                  <a:srgbClr val="FF0000"/>
                </a:solidFill>
              </a:rPr>
              <a:t>Spieler befindet sich in der Mitte</a:t>
            </a:r>
          </a:p>
          <a:p>
            <a:r>
              <a:rPr lang="de-DE" dirty="0">
                <a:solidFill>
                  <a:srgbClr val="FF0000"/>
                </a:solidFill>
              </a:rPr>
              <a:t>Gegner greifen von </a:t>
            </a:r>
            <a:r>
              <a:rPr lang="de-DE" dirty="0" err="1">
                <a:solidFill>
                  <a:srgbClr val="FF0000"/>
                </a:solidFill>
              </a:rPr>
              <a:t>aussen</a:t>
            </a:r>
            <a:r>
              <a:rPr lang="de-DE" dirty="0">
                <a:solidFill>
                  <a:srgbClr val="FF0000"/>
                </a:solidFill>
              </a:rPr>
              <a:t> an</a:t>
            </a:r>
          </a:p>
          <a:p>
            <a:r>
              <a:rPr lang="de-DE" dirty="0">
                <a:solidFill>
                  <a:srgbClr val="FF0000"/>
                </a:solidFill>
              </a:rPr>
              <a:t>Hindernisse blockieren Bewegung</a:t>
            </a:r>
          </a:p>
          <a:p>
            <a:r>
              <a:rPr lang="de-DE" dirty="0">
                <a:solidFill>
                  <a:srgbClr val="FF0000"/>
                </a:solidFill>
              </a:rPr>
              <a:t>Leben (Herzen) oben links</a:t>
            </a:r>
          </a:p>
          <a:p>
            <a:r>
              <a:rPr lang="de-DE" dirty="0">
                <a:solidFill>
                  <a:srgbClr val="FF0000"/>
                </a:solidFill>
              </a:rPr>
              <a:t>Score zeigt Punkte</a:t>
            </a:r>
          </a:p>
          <a:p>
            <a:r>
              <a:rPr lang="de-DE" dirty="0">
                <a:solidFill>
                  <a:srgbClr val="FF0000"/>
                </a:solidFill>
              </a:rPr>
              <a:t>Munition rechts</a:t>
            </a:r>
          </a:p>
          <a:p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F259A48-34D6-4B88-A1DB-6452036FD4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195" y="861899"/>
            <a:ext cx="5754181" cy="4208445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98D7B23-0BC6-57DE-199F-6F47F72237E5}"/>
              </a:ext>
            </a:extLst>
          </p:cNvPr>
          <p:cNvSpPr>
            <a:spLocks/>
          </p:cNvSpPr>
          <p:nvPr/>
        </p:nvSpPr>
        <p:spPr>
          <a:xfrm>
            <a:off x="-2160000" y="4698000"/>
            <a:ext cx="4320000" cy="43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544D88D2-D82A-8A18-16D7-730FB31A343C}"/>
              </a:ext>
            </a:extLst>
          </p:cNvPr>
          <p:cNvSpPr>
            <a:spLocks/>
          </p:cNvSpPr>
          <p:nvPr/>
        </p:nvSpPr>
        <p:spPr>
          <a:xfrm>
            <a:off x="-1377380" y="5418000"/>
            <a:ext cx="2880000" cy="28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9A2F34-2927-A94D-715C-12B99A438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422" b="89844" l="9766" r="89844">
                        <a14:foregroundMark x1="75000" y1="7422" x2="69531" y2="23047"/>
                        <a14:backgroundMark x1="19922" y1="47266" x2="42188" y2="39844"/>
                        <a14:backgroundMark x1="42188" y1="39844" x2="57422" y2="62109"/>
                        <a14:backgroundMark x1="57422" y1="62109" x2="46875" y2="83594"/>
                        <a14:backgroundMark x1="46875" y1="83594" x2="18750" y2="80469"/>
                        <a14:backgroundMark x1="18750" y1="80469" x2="17188" y2="78516"/>
                        <a14:backgroundMark x1="23828" y1="53125" x2="8594" y2="70703"/>
                        <a14:backgroundMark x1="8594" y1="70703" x2="23438" y2="49219"/>
                        <a14:backgroundMark x1="23438" y1="49219" x2="23047" y2="59375"/>
                        <a14:backgroundMark x1="35156" y1="55078" x2="59766" y2="69922"/>
                        <a14:backgroundMark x1="59766" y1="69922" x2="53906" y2="91406"/>
                        <a14:backgroundMark x1="62109" y1="82422" x2="60938" y2="57031"/>
                        <a14:backgroundMark x1="60938" y1="57031" x2="53906" y2="46484"/>
                        <a14:backgroundMark x1="60938" y1="46875" x2="57813" y2="56641"/>
                        <a14:backgroundMark x1="64844" y1="62500" x2="68750" y2="64844"/>
                        <a14:backgroundMark x1="69141" y1="75000" x2="68359" y2="58594"/>
                        <a14:backgroundMark x1="67578" y1="76563" x2="58984" y2="44141"/>
                        <a14:backgroundMark x1="63672" y1="51563" x2="60156" y2="45703"/>
                        <a14:backgroundMark x1="63281" y1="54297" x2="45313" y2="41797"/>
                        <a14:backgroundMark x1="45313" y1="41797" x2="32813" y2="41797"/>
                        <a14:backgroundMark x1="37500" y1="38672" x2="46094" y2="41406"/>
                        <a14:backgroundMark x1="46484" y1="43359" x2="32813" y2="40234"/>
                        <a14:backgroundMark x1="31641" y1="46484" x2="20703" y2="44531"/>
                        <a14:backgroundMark x1="18750" y1="55859" x2="27734" y2="42188"/>
                        <a14:backgroundMark x1="27734" y1="45313" x2="17188" y2="46094"/>
                        <a14:backgroundMark x1="38672" y1="35938" x2="44141" y2="36328"/>
                        <a14:backgroundMark x1="38672" y1="35938" x2="30859" y2="42188"/>
                        <a14:backgroundMark x1="35156" y1="42578" x2="37500" y2="35156"/>
                        <a14:backgroundMark x1="36719" y1="39844" x2="35938" y2="35938"/>
                        <a14:backgroundMark x1="36328" y1="40625" x2="31641" y2="36328"/>
                        <a14:backgroundMark x1="36719" y1="41406" x2="26172" y2="37500"/>
                        <a14:backgroundMark x1="49219" y1="41406" x2="42188" y2="37500"/>
                        <a14:backgroundMark x1="44531" y1="40625" x2="47266" y2="39453"/>
                        <a14:backgroundMark x1="51563" y1="46094" x2="57813" y2="42188"/>
                        <a14:backgroundMark x1="62500" y1="47656" x2="64453" y2="49219"/>
                        <a14:backgroundMark x1="64453" y1="52344" x2="59375" y2="44922"/>
                        <a14:backgroundMark x1="63281" y1="50391" x2="50391" y2="45703"/>
                        <a14:backgroundMark x1="53516" y1="45703" x2="55469" y2="42969"/>
                        <a14:backgroundMark x1="54688" y1="46484" x2="48438" y2="40234"/>
                        <a14:backgroundMark x1="22656" y1="42188" x2="16016" y2="47656"/>
                        <a14:backgroundMark x1="23047" y1="43359" x2="25781" y2="44141"/>
                        <a14:backgroundMark x1="26953" y1="44531" x2="21875" y2="42188"/>
                        <a14:backgroundMark x1="28906" y1="45703" x2="19922" y2="42969"/>
                        <a14:backgroundMark x1="26172" y1="44531" x2="21484" y2="42188"/>
                        <a14:backgroundMark x1="26953" y1="45703" x2="23828" y2="41406"/>
                        <a14:backgroundMark x1="23828" y1="43359" x2="23047" y2="46094"/>
                        <a14:backgroundMark x1="12891" y1="51563" x2="12891" y2="51563"/>
                        <a14:backgroundMark x1="16797" y1="50000" x2="16797" y2="50000"/>
                        <a14:backgroundMark x1="16406" y1="50000" x2="15625" y2="49609"/>
                        <a14:backgroundMark x1="15625" y1="49219" x2="15625" y2="50781"/>
                        <a14:backgroundMark x1="17188" y1="52734" x2="17578" y2="53516"/>
                        <a14:backgroundMark x1="17578" y1="53516" x2="15234" y2="50000"/>
                        <a14:backgroundMark x1="15234" y1="49609" x2="15234" y2="49609"/>
                        <a14:backgroundMark x1="15234" y1="49219" x2="15234" y2="49219"/>
                        <a14:backgroundMark x1="15625" y1="49219" x2="15625" y2="49219"/>
                        <a14:backgroundMark x1="15625" y1="48438" x2="15625" y2="48438"/>
                        <a14:backgroundMark x1="16016" y1="48047" x2="16016" y2="48047"/>
                        <a14:backgroundMark x1="16797" y1="48828" x2="16797" y2="50391"/>
                        <a14:backgroundMark x1="17578" y1="51172" x2="17578" y2="52734"/>
                        <a14:backgroundMark x1="18359" y1="53906" x2="18359" y2="53906"/>
                        <a14:backgroundMark x1="18750" y1="54297" x2="18750" y2="54297"/>
                        <a14:backgroundMark x1="18750" y1="54297" x2="18750" y2="54297"/>
                        <a14:backgroundMark x1="18359" y1="54297" x2="16797" y2="55078"/>
                        <a14:backgroundMark x1="9766" y1="69141" x2="9375" y2="68750"/>
                        <a14:backgroundMark x1="8984" y1="67188" x2="8594" y2="66016"/>
                        <a14:backgroundMark x1="9766" y1="64453" x2="9766" y2="63281"/>
                        <a14:backgroundMark x1="12109" y1="60938" x2="12109" y2="60938"/>
                        <a14:backgroundMark x1="7813" y1="67969" x2="7813" y2="67188"/>
                        <a14:backgroundMark x1="9766" y1="62500" x2="10938" y2="61328"/>
                        <a14:backgroundMark x1="12891" y1="59766" x2="12891" y2="59766"/>
                        <a14:backgroundMark x1="19531" y1="60938" x2="18750" y2="60938"/>
                        <a14:backgroundMark x1="15234" y1="61719" x2="14453" y2="61719"/>
                        <a14:backgroundMark x1="14453" y1="61719" x2="8203" y2="59375"/>
                        <a14:backgroundMark x1="16016" y1="61328" x2="16016" y2="60547"/>
                        <a14:backgroundMark x1="14844" y1="59766" x2="14844" y2="59766"/>
                        <a14:backgroundMark x1="15234" y1="59766" x2="15234" y2="59766"/>
                        <a14:backgroundMark x1="13672" y1="59766" x2="13672" y2="59766"/>
                        <a14:backgroundMark x1="13281" y1="60547" x2="13281" y2="60547"/>
                        <a14:backgroundMark x1="11719" y1="60547" x2="10938" y2="60547"/>
                        <a14:backgroundMark x1="11719" y1="60547" x2="11719" y2="60547"/>
                        <a14:backgroundMark x1="13672" y1="60156" x2="13672" y2="60156"/>
                        <a14:backgroundMark x1="14844" y1="60156" x2="13672" y2="59766"/>
                        <a14:backgroundMark x1="13281" y1="59766" x2="13281" y2="59766"/>
                        <a14:backgroundMark x1="12891" y1="59766" x2="8203" y2="60547"/>
                        <a14:backgroundMark x1="16406" y1="59375" x2="16406" y2="59375"/>
                        <a14:backgroundMark x1="15625" y1="59375" x2="15625" y2="59375"/>
                        <a14:backgroundMark x1="62109" y1="59766" x2="68750" y2="61328"/>
                        <a14:backgroundMark x1="63281" y1="58594" x2="71484" y2="61328"/>
                        <a14:backgroundMark x1="62891" y1="59766" x2="67578" y2="70313"/>
                        <a14:backgroundMark x1="68750" y1="73438" x2="67578" y2="60547"/>
                        <a14:backgroundMark x1="69141" y1="68359" x2="69141" y2="60156"/>
                        <a14:backgroundMark x1="69141" y1="72266" x2="69531" y2="62891"/>
                        <a14:backgroundMark x1="66016" y1="73828" x2="53125" y2="71484"/>
                        <a14:backgroundMark x1="66016" y1="83984" x2="60156" y2="77734"/>
                        <a14:backgroundMark x1="64453" y1="86328" x2="59766" y2="76953"/>
                        <a14:backgroundMark x1="63672" y1="83203" x2="50000" y2="95703"/>
                        <a14:backgroundMark x1="62500" y1="89453" x2="62891" y2="85547"/>
                        <a14:backgroundMark x1="64063" y1="51172" x2="62500" y2="48438"/>
                        <a14:backgroundMark x1="62109" y1="46875" x2="54297" y2="44531"/>
                        <a14:backgroundMark x1="64063" y1="48828" x2="52734" y2="43750"/>
                        <a14:backgroundMark x1="54297" y1="44531" x2="54688" y2="42578"/>
                        <a14:backgroundMark x1="54688" y1="43359" x2="54688" y2="43359"/>
                        <a14:backgroundMark x1="54688" y1="43750" x2="54688" y2="43750"/>
                        <a14:backgroundMark x1="55078" y1="43750" x2="55078" y2="43750"/>
                        <a14:backgroundMark x1="56641" y1="43359" x2="57422" y2="43359"/>
                        <a14:backgroundMark x1="58594" y1="42969" x2="58594" y2="42969"/>
                        <a14:backgroundMark x1="59375" y1="42969" x2="59375" y2="42969"/>
                        <a14:backgroundMark x1="60938" y1="43750" x2="60938" y2="43750"/>
                        <a14:backgroundMark x1="60938" y1="43750" x2="60938" y2="43750"/>
                        <a14:backgroundMark x1="61328" y1="45703" x2="61328" y2="45703"/>
                        <a14:backgroundMark x1="61719" y1="46484" x2="61719" y2="46484"/>
                        <a14:backgroundMark x1="61719" y1="45703" x2="61719" y2="45703"/>
                        <a14:backgroundMark x1="53516" y1="43359" x2="53516" y2="43359"/>
                        <a14:backgroundMark x1="53516" y1="43359" x2="53516" y2="43359"/>
                        <a14:backgroundMark x1="53516" y1="43359" x2="53516" y2="43359"/>
                        <a14:backgroundMark x1="47266" y1="38281" x2="47266" y2="38281"/>
                        <a14:backgroundMark x1="46094" y1="38281" x2="46094" y2="38281"/>
                        <a14:backgroundMark x1="46094" y1="38281" x2="44531" y2="37109"/>
                        <a14:backgroundMark x1="34375" y1="35156" x2="37500" y2="36719"/>
                      </a14:backgroundRemoval>
                    </a14:imgEffect>
                  </a14:imgLayer>
                </a14:imgProps>
              </a:ext>
            </a:extLst>
          </a:blip>
          <a:srcRect l="47392" t="3840" r="9472" b="53148"/>
          <a:stretch>
            <a:fillRect/>
          </a:stretch>
        </p:blipFill>
        <p:spPr>
          <a:xfrm>
            <a:off x="-252811" y="6605907"/>
            <a:ext cx="505623" cy="50418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6E63EE0-B185-609C-C2B7-A3E6598132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66" b="92188" l="6250" r="89844">
                        <a14:foregroundMark x1="38281" y1="92578" x2="45313" y2="92578"/>
                        <a14:foregroundMark x1="31250" y1="39844" x2="16406" y2="59375"/>
                        <a14:foregroundMark x1="16406" y1="59375" x2="6250" y2="87891"/>
                        <a14:foregroundMark x1="6250" y1="87891" x2="21094" y2="65625"/>
                        <a14:foregroundMark x1="21094" y1="65625" x2="21484" y2="55078"/>
                        <a14:backgroundMark x1="81250" y1="20313" x2="72656" y2="41016"/>
                        <a14:backgroundMark x1="72656" y1="41016" x2="57813" y2="20313"/>
                        <a14:backgroundMark x1="57813" y1="20313" x2="76953" y2="15625"/>
                        <a14:backgroundMark x1="82422" y1="8984" x2="81641" y2="19922"/>
                        <a14:backgroundMark x1="88281" y1="26563" x2="82422" y2="27734"/>
                        <a14:backgroundMark x1="67969" y1="42969" x2="58984" y2="35938"/>
                        <a14:backgroundMark x1="53516" y1="37109" x2="57813" y2="27344"/>
                        <a14:backgroundMark x1="56250" y1="24609" x2="46875" y2="24219"/>
                        <a14:backgroundMark x1="58984" y1="7813" x2="55859" y2="17578"/>
                        <a14:backgroundMark x1="55469" y1="20703" x2="51563" y2="7813"/>
                        <a14:backgroundMark x1="54688" y1="19922" x2="50000" y2="11719"/>
                        <a14:backgroundMark x1="55078" y1="20703" x2="48438" y2="22266"/>
                        <a14:backgroundMark x1="51563" y1="31641" x2="53125" y2="19922"/>
                        <a14:backgroundMark x1="56641" y1="40234" x2="55469" y2="29297"/>
                        <a14:backgroundMark x1="54688" y1="32422" x2="50000" y2="35938"/>
                        <a14:backgroundMark x1="87891" y1="20313" x2="89063" y2="30469"/>
                        <a14:backgroundMark x1="89844" y1="30469" x2="83984" y2="31250"/>
                        <a14:backgroundMark x1="86328" y1="40625" x2="84766" y2="31250"/>
                        <a14:backgroundMark x1="85547" y1="41016" x2="76172" y2="40625"/>
                        <a14:backgroundMark x1="81641" y1="43359" x2="61328" y2="28516"/>
                        <a14:backgroundMark x1="75000" y1="46094" x2="66016" y2="44141"/>
                        <a14:backgroundMark x1="71875" y1="48828" x2="64844" y2="42578"/>
                        <a14:backgroundMark x1="69141" y1="47266" x2="60156" y2="38672"/>
                        <a14:backgroundMark x1="67188" y1="46875" x2="63672" y2="43750"/>
                        <a14:backgroundMark x1="73438" y1="46875" x2="73828" y2="37500"/>
                        <a14:backgroundMark x1="82031" y1="42969" x2="71094" y2="36719"/>
                        <a14:backgroundMark x1="87109" y1="39844" x2="83203" y2="30078"/>
                        <a14:backgroundMark x1="77344" y1="42578" x2="73828" y2="37109"/>
                        <a14:backgroundMark x1="77344" y1="41406" x2="66016" y2="40234"/>
                        <a14:backgroundMark x1="67188" y1="42188" x2="53906" y2="39453"/>
                        <a14:backgroundMark x1="55078" y1="41016" x2="61328" y2="41406"/>
                        <a14:backgroundMark x1="52734" y1="38672" x2="51172" y2="37109"/>
                        <a14:backgroundMark x1="53125" y1="40234" x2="55078" y2="39453"/>
                        <a14:backgroundMark x1="54688" y1="21094" x2="47266" y2="20313"/>
                        <a14:backgroundMark x1="54297" y1="20313" x2="49219" y2="19531"/>
                        <a14:backgroundMark x1="48438" y1="21875" x2="51172" y2="29688"/>
                        <a14:backgroundMark x1="51563" y1="30469" x2="48047" y2="22656"/>
                        <a14:backgroundMark x1="50781" y1="30859" x2="44531" y2="22656"/>
                      </a14:backgroundRemoval>
                    </a14:imgEffect>
                  </a14:imgLayer>
                </a14:imgProps>
              </a:ext>
            </a:extLst>
          </a:blip>
          <a:srcRect l="8760" t="35019" r="29840" b="4164"/>
          <a:stretch>
            <a:fillRect/>
          </a:stretch>
        </p:blipFill>
        <p:spPr>
          <a:xfrm rot="20368896">
            <a:off x="11107" y="6044567"/>
            <a:ext cx="785434" cy="77797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84E1520-D88D-BDA0-DFB6-7AF0C21E08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167" l="9667" r="90000">
                        <a14:foregroundMark x1="18667" y1="62333" x2="38833" y2="52500"/>
                        <a14:foregroundMark x1="38833" y1="52500" x2="41500" y2="52000"/>
                        <a14:foregroundMark x1="26500" y1="55333" x2="18333" y2="57000"/>
                        <a14:foregroundMark x1="29167" y1="73167" x2="42500" y2="78833"/>
                        <a14:foregroundMark x1="42500" y1="78833" x2="44167" y2="78500"/>
                        <a14:foregroundMark x1="34333" y1="73000" x2="27500" y2="80000"/>
                        <a14:foregroundMark x1="9833" y1="52167" x2="9833" y2="55667"/>
                        <a14:foregroundMark x1="58000" y1="21667" x2="32833" y2="20167"/>
                        <a14:foregroundMark x1="58667" y1="43667" x2="78000" y2="52500"/>
                        <a14:foregroundMark x1="71500" y1="74167" x2="62833" y2="73833"/>
                        <a14:foregroundMark x1="62833" y1="73833" x2="53667" y2="70833"/>
                        <a14:foregroundMark x1="53667" y1="70833" x2="57667" y2="63333"/>
                        <a14:foregroundMark x1="57667" y1="63333" x2="66333" y2="67667"/>
                        <a14:foregroundMark x1="66333" y1="67667" x2="69667" y2="68333"/>
                        <a14:foregroundMark x1="54333" y1="63000" x2="56167" y2="61167"/>
                        <a14:foregroundMark x1="31833" y1="26000" x2="31167" y2="19333"/>
                        <a14:foregroundMark x1="24667" y1="90167" x2="26000" y2="90000"/>
                        <a14:foregroundMark x1="11000" y1="56167" x2="9833" y2="52833"/>
                        <a14:backgroundMark x1="48167" y1="54667" x2="47667" y2="54000"/>
                        <a14:backgroundMark x1="9333" y1="56833" x2="9833" y2="528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5635" y="5495518"/>
            <a:ext cx="796985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66B8286-3AAE-EA5B-DECB-584A0D9AC8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7190" r="94444">
                        <a14:foregroundMark x1="7190" y1="72549" x2="7190" y2="73725"/>
                        <a14:foregroundMark x1="91830" y1="58824" x2="94444" y2="57843"/>
                      </a14:backgroundRemoval>
                    </a14:imgEffect>
                  </a14:imgLayer>
                </a14:imgProps>
              </a:ext>
            </a:extLst>
          </a:blip>
          <a:srcRect l="-1922" t="-11407" r="1922" b="-7758"/>
          <a:stretch>
            <a:fillRect/>
          </a:stretch>
        </p:blipFill>
        <p:spPr>
          <a:xfrm rot="20124660">
            <a:off x="-1408890" y="7437464"/>
            <a:ext cx="802564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76354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2.59259E-6 C -0.02344 -0.03542 -0.02657 -0.05625 -0.07019 -0.06621 C -0.13607 -0.05672 -0.14219 -0.04306 -0.16433 -0.01042 C -0.1862 0.02222 -0.20248 0.09028 -0.20248 0.13055 C -0.20625 0.17384 -0.19206 0.22685 -0.18698 0.25069 C -0.18138 0.27407 -0.17435 0.27685 -0.1724 0.28287 " pathEditMode="relative" rAng="8460000" ptsTypes="A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83" y="675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046 C 0.02825 0.04861 0.04791 0.06065 0.08424 0.06297 C 0.10807 0.07431 0.15286 0.03588 0.1707 0.01158 C 0.18906 -0.01666 0.20755 -0.08819 0.20534 -0.13078 C 0.2056 -0.19977 0.19648 -0.22615 0.1737 -0.28541 " pathEditMode="relative" rAng="19140000" ptsTypes="AAA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87" y="-641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3EDD1D-FCE0-7918-5FA7-017C6C34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Anforderungen (</a:t>
            </a:r>
            <a:r>
              <a:rPr lang="de-CH"/>
              <a:t>Funktional</a:t>
            </a:r>
            <a:r>
              <a:rPr lang="de-CH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357B29-EFB4-B8D0-18ED-4CEF52EC7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968" y="2090969"/>
            <a:ext cx="8513190" cy="41567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CH" sz="3200" dirty="0">
                <a:ea typeface="+mn-lt"/>
                <a:cs typeface="+mn-lt"/>
              </a:rPr>
              <a:t>🎮 Spielstart &amp; Menü</a:t>
            </a:r>
            <a:endParaRPr lang="de-CH" dirty="0"/>
          </a:p>
          <a:p>
            <a:r>
              <a:rPr lang="de-CH" sz="3200" dirty="0">
                <a:latin typeface="Aptos"/>
                <a:cs typeface="Arial"/>
              </a:rPr>
              <a:t>🕹️</a:t>
            </a:r>
            <a:r>
              <a:rPr lang="de-CH" sz="3200" dirty="0">
                <a:ea typeface="+mn-lt"/>
                <a:cs typeface="+mn-lt"/>
              </a:rPr>
              <a:t> Bewegung (WASD)</a:t>
            </a:r>
            <a:endParaRPr lang="de-CH" dirty="0"/>
          </a:p>
          <a:p>
            <a:r>
              <a:rPr lang="de-CH" sz="3200" dirty="0">
                <a:ea typeface="+mn-lt"/>
                <a:cs typeface="+mn-lt"/>
              </a:rPr>
              <a:t>🎯 Schiessen &amp; Zielen</a:t>
            </a:r>
            <a:endParaRPr lang="de-CH" dirty="0"/>
          </a:p>
          <a:p>
            <a:r>
              <a:rPr lang="de-CH" sz="3200" dirty="0">
                <a:latin typeface="Aptos"/>
                <a:cs typeface="Arial"/>
              </a:rPr>
              <a:t>❤️</a:t>
            </a:r>
            <a:r>
              <a:rPr lang="de-CH" sz="3200" dirty="0">
                <a:ea typeface="+mn-lt"/>
                <a:cs typeface="+mn-lt"/>
              </a:rPr>
              <a:t> Health-System</a:t>
            </a:r>
            <a:endParaRPr lang="de-CH" dirty="0"/>
          </a:p>
          <a:p>
            <a:r>
              <a:rPr lang="de-CH" sz="3200" dirty="0">
                <a:latin typeface="Calibri"/>
                <a:ea typeface="Calibri"/>
                <a:cs typeface="Calibri"/>
              </a:rPr>
              <a:t>⭐ Score-System</a:t>
            </a:r>
            <a:endParaRPr lang="de-CH" dirty="0"/>
          </a:p>
          <a:p>
            <a:r>
              <a:rPr lang="de-CH" sz="3200" dirty="0">
                <a:ea typeface="+mn-lt"/>
                <a:cs typeface="+mn-lt"/>
              </a:rPr>
              <a:t>📈 Levelsystem (50 / 100 Punkte)</a:t>
            </a:r>
            <a:endParaRPr lang="de-CH" dirty="0"/>
          </a:p>
          <a:p>
            <a:r>
              <a:rPr lang="de-CH" sz="3200" dirty="0">
                <a:ea typeface="+mn-lt"/>
                <a:cs typeface="+mn-lt"/>
              </a:rPr>
              <a:t>🏁 Spielende</a:t>
            </a:r>
            <a:endParaRPr lang="de-CH" dirty="0"/>
          </a:p>
          <a:p>
            <a:endParaRPr lang="de-CH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18F8068-AE6D-3F2F-32BB-E050451B3336}"/>
              </a:ext>
            </a:extLst>
          </p:cNvPr>
          <p:cNvSpPr>
            <a:spLocks/>
          </p:cNvSpPr>
          <p:nvPr/>
        </p:nvSpPr>
        <p:spPr>
          <a:xfrm>
            <a:off x="-2160000" y="4698000"/>
            <a:ext cx="4320000" cy="43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BA93B6D-A9AB-F945-007E-D0E117037281}"/>
              </a:ext>
            </a:extLst>
          </p:cNvPr>
          <p:cNvSpPr>
            <a:spLocks/>
          </p:cNvSpPr>
          <p:nvPr/>
        </p:nvSpPr>
        <p:spPr>
          <a:xfrm>
            <a:off x="-1377380" y="5418000"/>
            <a:ext cx="2880000" cy="28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2CB05C-98EA-B5A6-BC16-090C58A12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422" b="89844" l="9766" r="89844">
                        <a14:foregroundMark x1="75000" y1="7422" x2="69531" y2="23047"/>
                        <a14:backgroundMark x1="19922" y1="47266" x2="42188" y2="39844"/>
                        <a14:backgroundMark x1="42188" y1="39844" x2="57422" y2="62109"/>
                        <a14:backgroundMark x1="57422" y1="62109" x2="46875" y2="83594"/>
                        <a14:backgroundMark x1="46875" y1="83594" x2="18750" y2="80469"/>
                        <a14:backgroundMark x1="18750" y1="80469" x2="17188" y2="78516"/>
                        <a14:backgroundMark x1="23828" y1="53125" x2="8594" y2="70703"/>
                        <a14:backgroundMark x1="8594" y1="70703" x2="23438" y2="49219"/>
                        <a14:backgroundMark x1="23438" y1="49219" x2="23047" y2="59375"/>
                        <a14:backgroundMark x1="35156" y1="55078" x2="59766" y2="69922"/>
                        <a14:backgroundMark x1="59766" y1="69922" x2="53906" y2="91406"/>
                        <a14:backgroundMark x1="62109" y1="82422" x2="60938" y2="57031"/>
                        <a14:backgroundMark x1="60938" y1="57031" x2="53906" y2="46484"/>
                        <a14:backgroundMark x1="60938" y1="46875" x2="57813" y2="56641"/>
                        <a14:backgroundMark x1="64844" y1="62500" x2="68750" y2="64844"/>
                        <a14:backgroundMark x1="69141" y1="75000" x2="68359" y2="58594"/>
                        <a14:backgroundMark x1="67578" y1="76563" x2="58984" y2="44141"/>
                        <a14:backgroundMark x1="63672" y1="51563" x2="60156" y2="45703"/>
                        <a14:backgroundMark x1="63281" y1="54297" x2="45313" y2="41797"/>
                        <a14:backgroundMark x1="45313" y1="41797" x2="32813" y2="41797"/>
                        <a14:backgroundMark x1="37500" y1="38672" x2="46094" y2="41406"/>
                        <a14:backgroundMark x1="46484" y1="43359" x2="32813" y2="40234"/>
                        <a14:backgroundMark x1="31641" y1="46484" x2="20703" y2="44531"/>
                        <a14:backgroundMark x1="18750" y1="55859" x2="27734" y2="42188"/>
                        <a14:backgroundMark x1="27734" y1="45313" x2="17188" y2="46094"/>
                        <a14:backgroundMark x1="38672" y1="35938" x2="44141" y2="36328"/>
                        <a14:backgroundMark x1="38672" y1="35938" x2="30859" y2="42188"/>
                        <a14:backgroundMark x1="35156" y1="42578" x2="37500" y2="35156"/>
                        <a14:backgroundMark x1="36719" y1="39844" x2="35938" y2="35938"/>
                        <a14:backgroundMark x1="36328" y1="40625" x2="31641" y2="36328"/>
                        <a14:backgroundMark x1="36719" y1="41406" x2="26172" y2="37500"/>
                        <a14:backgroundMark x1="49219" y1="41406" x2="42188" y2="37500"/>
                        <a14:backgroundMark x1="44531" y1="40625" x2="47266" y2="39453"/>
                        <a14:backgroundMark x1="51563" y1="46094" x2="57813" y2="42188"/>
                        <a14:backgroundMark x1="62500" y1="47656" x2="64453" y2="49219"/>
                        <a14:backgroundMark x1="64453" y1="52344" x2="59375" y2="44922"/>
                        <a14:backgroundMark x1="63281" y1="50391" x2="50391" y2="45703"/>
                        <a14:backgroundMark x1="53516" y1="45703" x2="55469" y2="42969"/>
                        <a14:backgroundMark x1="54688" y1="46484" x2="48438" y2="40234"/>
                        <a14:backgroundMark x1="22656" y1="42188" x2="16016" y2="47656"/>
                        <a14:backgroundMark x1="23047" y1="43359" x2="25781" y2="44141"/>
                        <a14:backgroundMark x1="26953" y1="44531" x2="21875" y2="42188"/>
                        <a14:backgroundMark x1="28906" y1="45703" x2="19922" y2="42969"/>
                        <a14:backgroundMark x1="26172" y1="44531" x2="21484" y2="42188"/>
                        <a14:backgroundMark x1="26953" y1="45703" x2="23828" y2="41406"/>
                        <a14:backgroundMark x1="23828" y1="43359" x2="23047" y2="46094"/>
                        <a14:backgroundMark x1="12891" y1="51563" x2="12891" y2="51563"/>
                        <a14:backgroundMark x1="16797" y1="50000" x2="16797" y2="50000"/>
                        <a14:backgroundMark x1="16406" y1="50000" x2="15625" y2="49609"/>
                        <a14:backgroundMark x1="15625" y1="49219" x2="15625" y2="50781"/>
                        <a14:backgroundMark x1="17188" y1="52734" x2="17578" y2="53516"/>
                        <a14:backgroundMark x1="17578" y1="53516" x2="15234" y2="50000"/>
                        <a14:backgroundMark x1="15234" y1="49609" x2="15234" y2="49609"/>
                        <a14:backgroundMark x1="15234" y1="49219" x2="15234" y2="49219"/>
                        <a14:backgroundMark x1="15625" y1="49219" x2="15625" y2="49219"/>
                        <a14:backgroundMark x1="15625" y1="48438" x2="15625" y2="48438"/>
                        <a14:backgroundMark x1="16016" y1="48047" x2="16016" y2="48047"/>
                        <a14:backgroundMark x1="16797" y1="48828" x2="16797" y2="50391"/>
                        <a14:backgroundMark x1="17578" y1="51172" x2="17578" y2="52734"/>
                        <a14:backgroundMark x1="18359" y1="53906" x2="18359" y2="53906"/>
                        <a14:backgroundMark x1="18750" y1="54297" x2="18750" y2="54297"/>
                        <a14:backgroundMark x1="18750" y1="54297" x2="18750" y2="54297"/>
                        <a14:backgroundMark x1="18359" y1="54297" x2="16797" y2="55078"/>
                        <a14:backgroundMark x1="9766" y1="69141" x2="9375" y2="68750"/>
                        <a14:backgroundMark x1="8984" y1="67188" x2="8594" y2="66016"/>
                        <a14:backgroundMark x1="9766" y1="64453" x2="9766" y2="63281"/>
                        <a14:backgroundMark x1="12109" y1="60938" x2="12109" y2="60938"/>
                        <a14:backgroundMark x1="7813" y1="67969" x2="7813" y2="67188"/>
                        <a14:backgroundMark x1="9766" y1="62500" x2="10938" y2="61328"/>
                        <a14:backgroundMark x1="12891" y1="59766" x2="12891" y2="59766"/>
                        <a14:backgroundMark x1="19531" y1="60938" x2="18750" y2="60938"/>
                        <a14:backgroundMark x1="15234" y1="61719" x2="14453" y2="61719"/>
                        <a14:backgroundMark x1="14453" y1="61719" x2="8203" y2="59375"/>
                        <a14:backgroundMark x1="16016" y1="61328" x2="16016" y2="60547"/>
                        <a14:backgroundMark x1="14844" y1="59766" x2="14844" y2="59766"/>
                        <a14:backgroundMark x1="15234" y1="59766" x2="15234" y2="59766"/>
                        <a14:backgroundMark x1="13672" y1="59766" x2="13672" y2="59766"/>
                        <a14:backgroundMark x1="13281" y1="60547" x2="13281" y2="60547"/>
                        <a14:backgroundMark x1="11719" y1="60547" x2="10938" y2="60547"/>
                        <a14:backgroundMark x1="11719" y1="60547" x2="11719" y2="60547"/>
                        <a14:backgroundMark x1="13672" y1="60156" x2="13672" y2="60156"/>
                        <a14:backgroundMark x1="14844" y1="60156" x2="13672" y2="59766"/>
                        <a14:backgroundMark x1="13281" y1="59766" x2="13281" y2="59766"/>
                        <a14:backgroundMark x1="12891" y1="59766" x2="8203" y2="60547"/>
                        <a14:backgroundMark x1="16406" y1="59375" x2="16406" y2="59375"/>
                        <a14:backgroundMark x1="15625" y1="59375" x2="15625" y2="59375"/>
                        <a14:backgroundMark x1="62109" y1="59766" x2="68750" y2="61328"/>
                        <a14:backgroundMark x1="63281" y1="58594" x2="71484" y2="61328"/>
                        <a14:backgroundMark x1="62891" y1="59766" x2="67578" y2="70313"/>
                        <a14:backgroundMark x1="68750" y1="73438" x2="67578" y2="60547"/>
                        <a14:backgroundMark x1="69141" y1="68359" x2="69141" y2="60156"/>
                        <a14:backgroundMark x1="69141" y1="72266" x2="69531" y2="62891"/>
                        <a14:backgroundMark x1="66016" y1="73828" x2="53125" y2="71484"/>
                        <a14:backgroundMark x1="66016" y1="83984" x2="60156" y2="77734"/>
                        <a14:backgroundMark x1="64453" y1="86328" x2="59766" y2="76953"/>
                        <a14:backgroundMark x1="63672" y1="83203" x2="50000" y2="95703"/>
                        <a14:backgroundMark x1="62500" y1="89453" x2="62891" y2="85547"/>
                        <a14:backgroundMark x1="64063" y1="51172" x2="62500" y2="48438"/>
                        <a14:backgroundMark x1="62109" y1="46875" x2="54297" y2="44531"/>
                        <a14:backgroundMark x1="64063" y1="48828" x2="52734" y2="43750"/>
                        <a14:backgroundMark x1="54297" y1="44531" x2="54688" y2="42578"/>
                        <a14:backgroundMark x1="54688" y1="43359" x2="54688" y2="43359"/>
                        <a14:backgroundMark x1="54688" y1="43750" x2="54688" y2="43750"/>
                        <a14:backgroundMark x1="55078" y1="43750" x2="55078" y2="43750"/>
                        <a14:backgroundMark x1="56641" y1="43359" x2="57422" y2="43359"/>
                        <a14:backgroundMark x1="58594" y1="42969" x2="58594" y2="42969"/>
                        <a14:backgroundMark x1="59375" y1="42969" x2="59375" y2="42969"/>
                        <a14:backgroundMark x1="60938" y1="43750" x2="60938" y2="43750"/>
                        <a14:backgroundMark x1="60938" y1="43750" x2="60938" y2="43750"/>
                        <a14:backgroundMark x1="61328" y1="45703" x2="61328" y2="45703"/>
                        <a14:backgroundMark x1="61719" y1="46484" x2="61719" y2="46484"/>
                        <a14:backgroundMark x1="61719" y1="45703" x2="61719" y2="45703"/>
                        <a14:backgroundMark x1="53516" y1="43359" x2="53516" y2="43359"/>
                        <a14:backgroundMark x1="53516" y1="43359" x2="53516" y2="43359"/>
                        <a14:backgroundMark x1="53516" y1="43359" x2="53516" y2="43359"/>
                        <a14:backgroundMark x1="47266" y1="38281" x2="47266" y2="38281"/>
                        <a14:backgroundMark x1="46094" y1="38281" x2="46094" y2="38281"/>
                        <a14:backgroundMark x1="46094" y1="38281" x2="44531" y2="37109"/>
                        <a14:backgroundMark x1="34375" y1="35156" x2="37500" y2="36719"/>
                      </a14:backgroundRemoval>
                    </a14:imgEffect>
                  </a14:imgLayer>
                </a14:imgProps>
              </a:ext>
            </a:extLst>
          </a:blip>
          <a:srcRect l="47392" t="3840" r="9472" b="53148"/>
          <a:stretch>
            <a:fillRect/>
          </a:stretch>
        </p:blipFill>
        <p:spPr>
          <a:xfrm>
            <a:off x="-252811" y="6605907"/>
            <a:ext cx="505623" cy="50418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88B3C26-5066-128C-3F63-F7CEDF1985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66" b="92188" l="6250" r="89844">
                        <a14:foregroundMark x1="38281" y1="92578" x2="45313" y2="92578"/>
                        <a14:foregroundMark x1="31250" y1="39844" x2="16406" y2="59375"/>
                        <a14:foregroundMark x1="16406" y1="59375" x2="6250" y2="87891"/>
                        <a14:foregroundMark x1="6250" y1="87891" x2="21094" y2="65625"/>
                        <a14:foregroundMark x1="21094" y1="65625" x2="21484" y2="55078"/>
                        <a14:backgroundMark x1="81250" y1="20313" x2="72656" y2="41016"/>
                        <a14:backgroundMark x1="72656" y1="41016" x2="57813" y2="20313"/>
                        <a14:backgroundMark x1="57813" y1="20313" x2="76953" y2="15625"/>
                        <a14:backgroundMark x1="82422" y1="8984" x2="81641" y2="19922"/>
                        <a14:backgroundMark x1="88281" y1="26563" x2="82422" y2="27734"/>
                        <a14:backgroundMark x1="67969" y1="42969" x2="58984" y2="35938"/>
                        <a14:backgroundMark x1="53516" y1="37109" x2="57813" y2="27344"/>
                        <a14:backgroundMark x1="56250" y1="24609" x2="46875" y2="24219"/>
                        <a14:backgroundMark x1="58984" y1="7813" x2="55859" y2="17578"/>
                        <a14:backgroundMark x1="55469" y1="20703" x2="51563" y2="7813"/>
                        <a14:backgroundMark x1="54688" y1="19922" x2="50000" y2="11719"/>
                        <a14:backgroundMark x1="55078" y1="20703" x2="48438" y2="22266"/>
                        <a14:backgroundMark x1="51563" y1="31641" x2="53125" y2="19922"/>
                        <a14:backgroundMark x1="56641" y1="40234" x2="55469" y2="29297"/>
                        <a14:backgroundMark x1="54688" y1="32422" x2="50000" y2="35938"/>
                        <a14:backgroundMark x1="87891" y1="20313" x2="89063" y2="30469"/>
                        <a14:backgroundMark x1="89844" y1="30469" x2="83984" y2="31250"/>
                        <a14:backgroundMark x1="86328" y1="40625" x2="84766" y2="31250"/>
                        <a14:backgroundMark x1="85547" y1="41016" x2="76172" y2="40625"/>
                        <a14:backgroundMark x1="81641" y1="43359" x2="61328" y2="28516"/>
                        <a14:backgroundMark x1="75000" y1="46094" x2="66016" y2="44141"/>
                        <a14:backgroundMark x1="71875" y1="48828" x2="64844" y2="42578"/>
                        <a14:backgroundMark x1="69141" y1="47266" x2="60156" y2="38672"/>
                        <a14:backgroundMark x1="67188" y1="46875" x2="63672" y2="43750"/>
                        <a14:backgroundMark x1="73438" y1="46875" x2="73828" y2="37500"/>
                        <a14:backgroundMark x1="82031" y1="42969" x2="71094" y2="36719"/>
                        <a14:backgroundMark x1="87109" y1="39844" x2="83203" y2="30078"/>
                        <a14:backgroundMark x1="77344" y1="42578" x2="73828" y2="37109"/>
                        <a14:backgroundMark x1="77344" y1="41406" x2="66016" y2="40234"/>
                        <a14:backgroundMark x1="67188" y1="42188" x2="53906" y2="39453"/>
                        <a14:backgroundMark x1="55078" y1="41016" x2="61328" y2="41406"/>
                        <a14:backgroundMark x1="52734" y1="38672" x2="51172" y2="37109"/>
                        <a14:backgroundMark x1="53125" y1="40234" x2="55078" y2="39453"/>
                        <a14:backgroundMark x1="54688" y1="21094" x2="47266" y2="20313"/>
                        <a14:backgroundMark x1="54297" y1="20313" x2="49219" y2="19531"/>
                        <a14:backgroundMark x1="48438" y1="21875" x2="51172" y2="29688"/>
                        <a14:backgroundMark x1="51563" y1="30469" x2="48047" y2="22656"/>
                        <a14:backgroundMark x1="50781" y1="30859" x2="44531" y2="22656"/>
                      </a14:backgroundRemoval>
                    </a14:imgEffect>
                  </a14:imgLayer>
                </a14:imgProps>
              </a:ext>
            </a:extLst>
          </a:blip>
          <a:srcRect l="8760" t="35019" r="29840" b="4164"/>
          <a:stretch>
            <a:fillRect/>
          </a:stretch>
        </p:blipFill>
        <p:spPr>
          <a:xfrm rot="20368896">
            <a:off x="11107" y="6044567"/>
            <a:ext cx="785434" cy="77797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5AC5A70-D1AF-6D1B-A6E4-EEB86A020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7190" r="94444">
                        <a14:foregroundMark x1="7190" y1="72549" x2="7190" y2="73725"/>
                        <a14:foregroundMark x1="91830" y1="58824" x2="94444" y2="57843"/>
                      </a14:backgroundRemoval>
                    </a14:imgEffect>
                  </a14:imgLayer>
                </a14:imgProps>
              </a:ext>
            </a:extLst>
          </a:blip>
          <a:srcRect l="-1922" t="-11407" r="1922" b="-7758"/>
          <a:stretch>
            <a:fillRect/>
          </a:stretch>
        </p:blipFill>
        <p:spPr>
          <a:xfrm rot="20124660">
            <a:off x="659175" y="5465811"/>
            <a:ext cx="802564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577230A1-144F-8A65-51A3-A5FA2F8468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44" b="89776" l="7668" r="90735">
                        <a14:foregroundMark x1="9585" y1="62780" x2="7668" y2="51438"/>
                        <a14:foregroundMark x1="7668" y1="51438" x2="9425" y2="49042"/>
                        <a14:foregroundMark x1="88978" y1="52396" x2="90735" y2="59585"/>
                      </a14:backgroundRemoval>
                    </a14:imgEffect>
                  </a14:imgLayer>
                </a14:imgProps>
              </a:ext>
            </a:extLst>
          </a:blip>
          <a:srcRect l="-6120" t="-8227" r="-4346" b="3130"/>
          <a:stretch>
            <a:fillRect/>
          </a:stretch>
        </p:blipFill>
        <p:spPr>
          <a:xfrm>
            <a:off x="-1465925" y="7462523"/>
            <a:ext cx="837676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106BFA0-9DC1-0DD6-3CCE-4C38EC0530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773717"/>
            <a:ext cx="3854460" cy="203354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C27F8A6-728B-3EB4-EEC0-AF83969F2A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957" b="89965" l="9225" r="93769">
                        <a14:foregroundMark x1="23206" y1="71980" x2="20410" y2="73514"/>
                        <a14:foregroundMark x1="9577" y1="75403" x2="9930" y2="73200"/>
                        <a14:foregroundMark x1="16050" y1="48209" x2="20057" y2="51358"/>
                        <a14:foregroundMark x1="47842" y1="51358" x2="46103" y2="49784"/>
                        <a14:foregroundMark x1="41546" y1="17946" x2="43307" y2="24164"/>
                        <a14:foregroundMark x1="77543" y1="51987" x2="73866" y2="53207"/>
                        <a14:foregroundMark x1="93791" y1="74144" x2="90995" y2="64148"/>
                        <a14:foregroundMark x1="82078" y1="73829" x2="84875" y2="73829"/>
                        <a14:foregroundMark x1="51519" y1="84140" x2="51519" y2="72294"/>
                        <a14:foregroundMark x1="56759" y1="34160" x2="55702" y2="31051"/>
                        <a14:foregroundMark x1="33509" y1="38253" x2="34038" y2="34789"/>
                        <a14:foregroundMark x1="12902" y1="54782" x2="11140" y2="58520"/>
                        <a14:foregroundMark x1="9225" y1="73829" x2="10810" y2="63833"/>
                        <a14:foregroundMark x1="9577" y1="72885" x2="9577" y2="70091"/>
                        <a14:foregroundMark x1="12373" y1="54152" x2="12373" y2="51673"/>
                        <a14:foregroundMark x1="13760" y1="48839" x2="12373" y2="51673"/>
                      </a14:backgroundRemoval>
                    </a14:imgEffect>
                  </a14:imgLayer>
                </a14:imgProps>
              </a:ext>
            </a:extLst>
          </a:blip>
          <a:srcRect l="6917" t="9817" r="5276" b="20225"/>
          <a:stretch>
            <a:fillRect/>
          </a:stretch>
        </p:blipFill>
        <p:spPr>
          <a:xfrm>
            <a:off x="2598989" y="4415361"/>
            <a:ext cx="3497011" cy="155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8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-2.59259E-6 C -0.02774 -0.04791 -0.04753 -0.05949 -0.08359 -0.06065 C -0.10755 -0.0706 -0.15221 -0.03102 -0.17018 -0.00602 C -0.1875 0.02199 -0.2056 0.09445 -0.203 0.13727 C -0.20261 0.20579 -0.19323 0.23195 -0.17018 0.29097 " pathEditMode="relative" rAng="8280000" ptsTypes="AAA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422" y="685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3 -0.00047 C 0.02995 0.03101 0.06836 0.07708 0.08998 0.06203 C 0.12487 0.0699 0.16263 0.02407 0.18269 -0.01227 C 0.20222 -0.04769 0.20964 -0.10139 0.20847 -0.15417 C 0.20951 -0.20486 0.18724 -0.27616 0.17344 -0.29399 " pathEditMode="relative" rAng="19200000" ptsTypes="AAAAA">
                                      <p:cBhvr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14" y="-713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E9E363-59CB-B398-EBE1-D45F9B5B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Anforderungen (Nicht-Funktional)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F071DF-8774-8C96-0C7A-4A6DA4110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000" y="200368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CH" sz="3200" dirty="0">
                <a:ea typeface="+mn-lt"/>
                <a:cs typeface="+mn-lt"/>
              </a:rPr>
              <a:t>⚡ Performance (~60 FPS)</a:t>
            </a:r>
            <a:endParaRPr lang="de-CH" dirty="0"/>
          </a:p>
          <a:p>
            <a:r>
              <a:rPr lang="de-CH" sz="3200" dirty="0">
                <a:latin typeface="Aptos"/>
                <a:cs typeface="Arial"/>
              </a:rPr>
              <a:t>👌</a:t>
            </a:r>
            <a:r>
              <a:rPr lang="de-CH" sz="3200" dirty="0">
                <a:ea typeface="+mn-lt"/>
                <a:cs typeface="+mn-lt"/>
              </a:rPr>
              <a:t> Benutzerfreundlichkeit</a:t>
            </a:r>
            <a:endParaRPr lang="de-CH" dirty="0"/>
          </a:p>
          <a:p>
            <a:r>
              <a:rPr lang="de-CH" sz="3200" dirty="0">
                <a:ea typeface="+mn-lt"/>
                <a:cs typeface="+mn-lt"/>
              </a:rPr>
              <a:t>💻 Windows-Kompatibilität</a:t>
            </a:r>
            <a:endParaRPr lang="de-CH" dirty="0"/>
          </a:p>
          <a:p>
            <a:r>
              <a:rPr lang="de-CH" sz="3200" dirty="0">
                <a:latin typeface="Aptos"/>
                <a:cs typeface="Arial"/>
              </a:rPr>
              <a:t>🛡️</a:t>
            </a:r>
            <a:r>
              <a:rPr lang="de-CH" sz="3200" dirty="0">
                <a:ea typeface="+mn-lt"/>
                <a:cs typeface="+mn-lt"/>
              </a:rPr>
              <a:t> Stabilität (keine Abstürze)</a:t>
            </a:r>
            <a:endParaRPr lang="de-CH" dirty="0"/>
          </a:p>
          <a:p>
            <a:r>
              <a:rPr lang="de-CH" sz="3200" dirty="0">
                <a:ea typeface="+mn-lt"/>
                <a:cs typeface="+mn-lt"/>
              </a:rPr>
              <a:t>🔒 Sicherheit</a:t>
            </a:r>
            <a:endParaRPr lang="de-CH" dirty="0"/>
          </a:p>
          <a:p>
            <a:r>
              <a:rPr lang="de-CH" sz="3200" dirty="0">
                <a:ea typeface="+mn-lt"/>
                <a:cs typeface="+mn-lt"/>
              </a:rPr>
              <a:t>🧩 Wartbarkeit (Code-Struktur)</a:t>
            </a:r>
            <a:endParaRPr lang="de-CH" dirty="0"/>
          </a:p>
          <a:p>
            <a:endParaRPr lang="de-CH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B3F9AFE-0011-D2D6-3BE7-A3E0FD0D05DD}"/>
              </a:ext>
            </a:extLst>
          </p:cNvPr>
          <p:cNvSpPr>
            <a:spLocks/>
          </p:cNvSpPr>
          <p:nvPr/>
        </p:nvSpPr>
        <p:spPr>
          <a:xfrm>
            <a:off x="-2160000" y="4619464"/>
            <a:ext cx="4320000" cy="43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DF9C859-8CA1-8358-E4A0-FAFBFBBA419F}"/>
              </a:ext>
            </a:extLst>
          </p:cNvPr>
          <p:cNvSpPr>
            <a:spLocks/>
          </p:cNvSpPr>
          <p:nvPr/>
        </p:nvSpPr>
        <p:spPr>
          <a:xfrm>
            <a:off x="-1377380" y="5339464"/>
            <a:ext cx="2880000" cy="28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0C5CD80-60C5-1B64-1E73-1A2BCAB67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422" b="89844" l="9766" r="89844">
                        <a14:foregroundMark x1="75000" y1="7422" x2="69531" y2="23047"/>
                        <a14:backgroundMark x1="19922" y1="47266" x2="42188" y2="39844"/>
                        <a14:backgroundMark x1="42188" y1="39844" x2="57422" y2="62109"/>
                        <a14:backgroundMark x1="57422" y1="62109" x2="46875" y2="83594"/>
                        <a14:backgroundMark x1="46875" y1="83594" x2="18750" y2="80469"/>
                        <a14:backgroundMark x1="18750" y1="80469" x2="17188" y2="78516"/>
                        <a14:backgroundMark x1="23828" y1="53125" x2="8594" y2="70703"/>
                        <a14:backgroundMark x1="8594" y1="70703" x2="23438" y2="49219"/>
                        <a14:backgroundMark x1="23438" y1="49219" x2="23047" y2="59375"/>
                        <a14:backgroundMark x1="35156" y1="55078" x2="59766" y2="69922"/>
                        <a14:backgroundMark x1="59766" y1="69922" x2="53906" y2="91406"/>
                        <a14:backgroundMark x1="62109" y1="82422" x2="60938" y2="57031"/>
                        <a14:backgroundMark x1="60938" y1="57031" x2="53906" y2="46484"/>
                        <a14:backgroundMark x1="60938" y1="46875" x2="57813" y2="56641"/>
                        <a14:backgroundMark x1="64844" y1="62500" x2="68750" y2="64844"/>
                        <a14:backgroundMark x1="69141" y1="75000" x2="68359" y2="58594"/>
                        <a14:backgroundMark x1="67578" y1="76563" x2="58984" y2="44141"/>
                        <a14:backgroundMark x1="63672" y1="51563" x2="60156" y2="45703"/>
                        <a14:backgroundMark x1="63281" y1="54297" x2="45313" y2="41797"/>
                        <a14:backgroundMark x1="45313" y1="41797" x2="32813" y2="41797"/>
                        <a14:backgroundMark x1="37500" y1="38672" x2="46094" y2="41406"/>
                        <a14:backgroundMark x1="46484" y1="43359" x2="32813" y2="40234"/>
                        <a14:backgroundMark x1="31641" y1="46484" x2="20703" y2="44531"/>
                        <a14:backgroundMark x1="18750" y1="55859" x2="27734" y2="42188"/>
                        <a14:backgroundMark x1="27734" y1="45313" x2="17188" y2="46094"/>
                        <a14:backgroundMark x1="38672" y1="35938" x2="44141" y2="36328"/>
                        <a14:backgroundMark x1="38672" y1="35938" x2="30859" y2="42188"/>
                        <a14:backgroundMark x1="35156" y1="42578" x2="37500" y2="35156"/>
                        <a14:backgroundMark x1="36719" y1="39844" x2="35938" y2="35938"/>
                        <a14:backgroundMark x1="36328" y1="40625" x2="31641" y2="36328"/>
                        <a14:backgroundMark x1="36719" y1="41406" x2="26172" y2="37500"/>
                        <a14:backgroundMark x1="49219" y1="41406" x2="42188" y2="37500"/>
                        <a14:backgroundMark x1="44531" y1="40625" x2="47266" y2="39453"/>
                        <a14:backgroundMark x1="51563" y1="46094" x2="57813" y2="42188"/>
                        <a14:backgroundMark x1="62500" y1="47656" x2="64453" y2="49219"/>
                        <a14:backgroundMark x1="64453" y1="52344" x2="59375" y2="44922"/>
                        <a14:backgroundMark x1="63281" y1="50391" x2="50391" y2="45703"/>
                        <a14:backgroundMark x1="53516" y1="45703" x2="55469" y2="42969"/>
                        <a14:backgroundMark x1="54688" y1="46484" x2="48438" y2="40234"/>
                        <a14:backgroundMark x1="22656" y1="42188" x2="16016" y2="47656"/>
                        <a14:backgroundMark x1="23047" y1="43359" x2="25781" y2="44141"/>
                        <a14:backgroundMark x1="26953" y1="44531" x2="21875" y2="42188"/>
                        <a14:backgroundMark x1="28906" y1="45703" x2="19922" y2="42969"/>
                        <a14:backgroundMark x1="26172" y1="44531" x2="21484" y2="42188"/>
                        <a14:backgroundMark x1="26953" y1="45703" x2="23828" y2="41406"/>
                        <a14:backgroundMark x1="23828" y1="43359" x2="23047" y2="46094"/>
                        <a14:backgroundMark x1="12891" y1="51563" x2="12891" y2="51563"/>
                        <a14:backgroundMark x1="16797" y1="50000" x2="16797" y2="50000"/>
                        <a14:backgroundMark x1="16406" y1="50000" x2="15625" y2="49609"/>
                        <a14:backgroundMark x1="15625" y1="49219" x2="15625" y2="50781"/>
                        <a14:backgroundMark x1="17188" y1="52734" x2="17578" y2="53516"/>
                        <a14:backgroundMark x1="17578" y1="53516" x2="15234" y2="50000"/>
                        <a14:backgroundMark x1="15234" y1="49609" x2="15234" y2="49609"/>
                        <a14:backgroundMark x1="15234" y1="49219" x2="15234" y2="49219"/>
                        <a14:backgroundMark x1="15625" y1="49219" x2="15625" y2="49219"/>
                        <a14:backgroundMark x1="15625" y1="48438" x2="15625" y2="48438"/>
                        <a14:backgroundMark x1="16016" y1="48047" x2="16016" y2="48047"/>
                        <a14:backgroundMark x1="16797" y1="48828" x2="16797" y2="50391"/>
                        <a14:backgroundMark x1="17578" y1="51172" x2="17578" y2="52734"/>
                        <a14:backgroundMark x1="18359" y1="53906" x2="18359" y2="53906"/>
                        <a14:backgroundMark x1="18750" y1="54297" x2="18750" y2="54297"/>
                        <a14:backgroundMark x1="18750" y1="54297" x2="18750" y2="54297"/>
                        <a14:backgroundMark x1="18359" y1="54297" x2="16797" y2="55078"/>
                        <a14:backgroundMark x1="9766" y1="69141" x2="9375" y2="68750"/>
                        <a14:backgroundMark x1="8984" y1="67188" x2="8594" y2="66016"/>
                        <a14:backgroundMark x1="9766" y1="64453" x2="9766" y2="63281"/>
                        <a14:backgroundMark x1="12109" y1="60938" x2="12109" y2="60938"/>
                        <a14:backgroundMark x1="7813" y1="67969" x2="7813" y2="67188"/>
                        <a14:backgroundMark x1="9766" y1="62500" x2="10938" y2="61328"/>
                        <a14:backgroundMark x1="12891" y1="59766" x2="12891" y2="59766"/>
                        <a14:backgroundMark x1="19531" y1="60938" x2="18750" y2="60938"/>
                        <a14:backgroundMark x1="15234" y1="61719" x2="14453" y2="61719"/>
                        <a14:backgroundMark x1="14453" y1="61719" x2="8203" y2="59375"/>
                        <a14:backgroundMark x1="16016" y1="61328" x2="16016" y2="60547"/>
                        <a14:backgroundMark x1="14844" y1="59766" x2="14844" y2="59766"/>
                        <a14:backgroundMark x1="15234" y1="59766" x2="15234" y2="59766"/>
                        <a14:backgroundMark x1="13672" y1="59766" x2="13672" y2="59766"/>
                        <a14:backgroundMark x1="13281" y1="60547" x2="13281" y2="60547"/>
                        <a14:backgroundMark x1="11719" y1="60547" x2="10938" y2="60547"/>
                        <a14:backgroundMark x1="11719" y1="60547" x2="11719" y2="60547"/>
                        <a14:backgroundMark x1="13672" y1="60156" x2="13672" y2="60156"/>
                        <a14:backgroundMark x1="14844" y1="60156" x2="13672" y2="59766"/>
                        <a14:backgroundMark x1="13281" y1="59766" x2="13281" y2="59766"/>
                        <a14:backgroundMark x1="12891" y1="59766" x2="8203" y2="60547"/>
                        <a14:backgroundMark x1="16406" y1="59375" x2="16406" y2="59375"/>
                        <a14:backgroundMark x1="15625" y1="59375" x2="15625" y2="59375"/>
                        <a14:backgroundMark x1="62109" y1="59766" x2="68750" y2="61328"/>
                        <a14:backgroundMark x1="63281" y1="58594" x2="71484" y2="61328"/>
                        <a14:backgroundMark x1="62891" y1="59766" x2="67578" y2="70313"/>
                        <a14:backgroundMark x1="68750" y1="73438" x2="67578" y2="60547"/>
                        <a14:backgroundMark x1="69141" y1="68359" x2="69141" y2="60156"/>
                        <a14:backgroundMark x1="69141" y1="72266" x2="69531" y2="62891"/>
                        <a14:backgroundMark x1="66016" y1="73828" x2="53125" y2="71484"/>
                        <a14:backgroundMark x1="66016" y1="83984" x2="60156" y2="77734"/>
                        <a14:backgroundMark x1="64453" y1="86328" x2="59766" y2="76953"/>
                        <a14:backgroundMark x1="63672" y1="83203" x2="50000" y2="95703"/>
                        <a14:backgroundMark x1="62500" y1="89453" x2="62891" y2="85547"/>
                        <a14:backgroundMark x1="64063" y1="51172" x2="62500" y2="48438"/>
                        <a14:backgroundMark x1="62109" y1="46875" x2="54297" y2="44531"/>
                        <a14:backgroundMark x1="64063" y1="48828" x2="52734" y2="43750"/>
                        <a14:backgroundMark x1="54297" y1="44531" x2="54688" y2="42578"/>
                        <a14:backgroundMark x1="54688" y1="43359" x2="54688" y2="43359"/>
                        <a14:backgroundMark x1="54688" y1="43750" x2="54688" y2="43750"/>
                        <a14:backgroundMark x1="55078" y1="43750" x2="55078" y2="43750"/>
                        <a14:backgroundMark x1="56641" y1="43359" x2="57422" y2="43359"/>
                        <a14:backgroundMark x1="58594" y1="42969" x2="58594" y2="42969"/>
                        <a14:backgroundMark x1="59375" y1="42969" x2="59375" y2="42969"/>
                        <a14:backgroundMark x1="60938" y1="43750" x2="60938" y2="43750"/>
                        <a14:backgroundMark x1="60938" y1="43750" x2="60938" y2="43750"/>
                        <a14:backgroundMark x1="61328" y1="45703" x2="61328" y2="45703"/>
                        <a14:backgroundMark x1="61719" y1="46484" x2="61719" y2="46484"/>
                        <a14:backgroundMark x1="61719" y1="45703" x2="61719" y2="45703"/>
                        <a14:backgroundMark x1="53516" y1="43359" x2="53516" y2="43359"/>
                        <a14:backgroundMark x1="53516" y1="43359" x2="53516" y2="43359"/>
                        <a14:backgroundMark x1="53516" y1="43359" x2="53516" y2="43359"/>
                        <a14:backgroundMark x1="47266" y1="38281" x2="47266" y2="38281"/>
                        <a14:backgroundMark x1="46094" y1="38281" x2="46094" y2="38281"/>
                        <a14:backgroundMark x1="46094" y1="38281" x2="44531" y2="37109"/>
                        <a14:backgroundMark x1="34375" y1="35156" x2="37500" y2="36719"/>
                      </a14:backgroundRemoval>
                    </a14:imgEffect>
                  </a14:imgLayer>
                </a14:imgProps>
              </a:ext>
            </a:extLst>
          </a:blip>
          <a:srcRect l="47392" t="3840" r="9472" b="53148"/>
          <a:stretch>
            <a:fillRect/>
          </a:stretch>
        </p:blipFill>
        <p:spPr>
          <a:xfrm>
            <a:off x="-252811" y="6527371"/>
            <a:ext cx="505623" cy="50418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5B3A8E9-D566-F0FE-863A-92CA382B9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66" b="92188" l="6250" r="89844">
                        <a14:foregroundMark x1="38281" y1="92578" x2="45313" y2="92578"/>
                        <a14:foregroundMark x1="31250" y1="39844" x2="16406" y2="59375"/>
                        <a14:foregroundMark x1="16406" y1="59375" x2="6250" y2="87891"/>
                        <a14:foregroundMark x1="6250" y1="87891" x2="21094" y2="65625"/>
                        <a14:foregroundMark x1="21094" y1="65625" x2="21484" y2="55078"/>
                        <a14:backgroundMark x1="81250" y1="20313" x2="72656" y2="41016"/>
                        <a14:backgroundMark x1="72656" y1="41016" x2="57813" y2="20313"/>
                        <a14:backgroundMark x1="57813" y1="20313" x2="76953" y2="15625"/>
                        <a14:backgroundMark x1="82422" y1="8984" x2="81641" y2="19922"/>
                        <a14:backgroundMark x1="88281" y1="26563" x2="82422" y2="27734"/>
                        <a14:backgroundMark x1="67969" y1="42969" x2="58984" y2="35938"/>
                        <a14:backgroundMark x1="53516" y1="37109" x2="57813" y2="27344"/>
                        <a14:backgroundMark x1="56250" y1="24609" x2="46875" y2="24219"/>
                        <a14:backgroundMark x1="58984" y1="7813" x2="55859" y2="17578"/>
                        <a14:backgroundMark x1="55469" y1="20703" x2="51563" y2="7813"/>
                        <a14:backgroundMark x1="54688" y1="19922" x2="50000" y2="11719"/>
                        <a14:backgroundMark x1="55078" y1="20703" x2="48438" y2="22266"/>
                        <a14:backgroundMark x1="51563" y1="31641" x2="53125" y2="19922"/>
                        <a14:backgroundMark x1="56641" y1="40234" x2="55469" y2="29297"/>
                        <a14:backgroundMark x1="54688" y1="32422" x2="50000" y2="35938"/>
                        <a14:backgroundMark x1="87891" y1="20313" x2="89063" y2="30469"/>
                        <a14:backgroundMark x1="89844" y1="30469" x2="83984" y2="31250"/>
                        <a14:backgroundMark x1="86328" y1="40625" x2="84766" y2="31250"/>
                        <a14:backgroundMark x1="85547" y1="41016" x2="76172" y2="40625"/>
                        <a14:backgroundMark x1="81641" y1="43359" x2="61328" y2="28516"/>
                        <a14:backgroundMark x1="75000" y1="46094" x2="66016" y2="44141"/>
                        <a14:backgroundMark x1="71875" y1="48828" x2="64844" y2="42578"/>
                        <a14:backgroundMark x1="69141" y1="47266" x2="60156" y2="38672"/>
                        <a14:backgroundMark x1="67188" y1="46875" x2="63672" y2="43750"/>
                        <a14:backgroundMark x1="73438" y1="46875" x2="73828" y2="37500"/>
                        <a14:backgroundMark x1="82031" y1="42969" x2="71094" y2="36719"/>
                        <a14:backgroundMark x1="87109" y1="39844" x2="83203" y2="30078"/>
                        <a14:backgroundMark x1="77344" y1="42578" x2="73828" y2="37109"/>
                        <a14:backgroundMark x1="77344" y1="41406" x2="66016" y2="40234"/>
                        <a14:backgroundMark x1="67188" y1="42188" x2="53906" y2="39453"/>
                        <a14:backgroundMark x1="55078" y1="41016" x2="61328" y2="41406"/>
                        <a14:backgroundMark x1="52734" y1="38672" x2="51172" y2="37109"/>
                        <a14:backgroundMark x1="53125" y1="40234" x2="55078" y2="39453"/>
                        <a14:backgroundMark x1="54688" y1="21094" x2="47266" y2="20313"/>
                        <a14:backgroundMark x1="54297" y1="20313" x2="49219" y2="19531"/>
                        <a14:backgroundMark x1="48438" y1="21875" x2="51172" y2="29688"/>
                        <a14:backgroundMark x1="51563" y1="30469" x2="48047" y2="22656"/>
                        <a14:backgroundMark x1="50781" y1="30859" x2="44531" y2="22656"/>
                      </a14:backgroundRemoval>
                    </a14:imgEffect>
                  </a14:imgLayer>
                </a14:imgProps>
              </a:ext>
            </a:extLst>
          </a:blip>
          <a:srcRect l="8760" t="35019" r="29840" b="4164"/>
          <a:stretch>
            <a:fillRect/>
          </a:stretch>
        </p:blipFill>
        <p:spPr>
          <a:xfrm rot="20368896">
            <a:off x="11107" y="5966031"/>
            <a:ext cx="785434" cy="77797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6947927-B07F-2248-0A2A-6E63A0BE6F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44" b="89776" l="7668" r="90735">
                        <a14:foregroundMark x1="9585" y1="62780" x2="7668" y2="51438"/>
                        <a14:foregroundMark x1="7668" y1="51438" x2="9425" y2="49042"/>
                        <a14:foregroundMark x1="88978" y1="52396" x2="90735" y2="59585"/>
                      </a14:backgroundRemoval>
                    </a14:imgEffect>
                  </a14:imgLayer>
                </a14:imgProps>
              </a:ext>
            </a:extLst>
          </a:blip>
          <a:srcRect l="-6120" t="-8227" r="-4346" b="3130"/>
          <a:stretch>
            <a:fillRect/>
          </a:stretch>
        </p:blipFill>
        <p:spPr>
          <a:xfrm>
            <a:off x="663341" y="5387274"/>
            <a:ext cx="837676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10405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683C8-D1BC-A01E-3B69-CB8E5226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Arbeitsprozess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4DEF38C-EC1B-B0D2-7207-41E65EF28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752" y="1046648"/>
            <a:ext cx="5272871" cy="312322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9E6D78B-E08A-4B8E-93CC-6AE09B75C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-12517" b="-35120"/>
          <a:stretch>
            <a:fillRect/>
          </a:stretch>
        </p:blipFill>
        <p:spPr>
          <a:xfrm>
            <a:off x="6728654" y="5014367"/>
            <a:ext cx="790089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028C03B9-582A-1E4D-AA98-41834DF233D7}"/>
              </a:ext>
            </a:extLst>
          </p:cNvPr>
          <p:cNvSpPr>
            <a:spLocks/>
          </p:cNvSpPr>
          <p:nvPr/>
        </p:nvSpPr>
        <p:spPr>
          <a:xfrm>
            <a:off x="-2160000" y="4698000"/>
            <a:ext cx="4320000" cy="43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1711599-6B9E-A3AA-CC98-AAC880B7D68C}"/>
              </a:ext>
            </a:extLst>
          </p:cNvPr>
          <p:cNvSpPr>
            <a:spLocks/>
          </p:cNvSpPr>
          <p:nvPr/>
        </p:nvSpPr>
        <p:spPr>
          <a:xfrm>
            <a:off x="-1377380" y="5418000"/>
            <a:ext cx="2880000" cy="28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9D5A1BAA-9AED-93E3-899E-D487905D3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422" b="89844" l="9766" r="89844">
                        <a14:foregroundMark x1="75000" y1="7422" x2="69531" y2="23047"/>
                        <a14:backgroundMark x1="19922" y1="47266" x2="42188" y2="39844"/>
                        <a14:backgroundMark x1="42188" y1="39844" x2="57422" y2="62109"/>
                        <a14:backgroundMark x1="57422" y1="62109" x2="46875" y2="83594"/>
                        <a14:backgroundMark x1="46875" y1="83594" x2="18750" y2="80469"/>
                        <a14:backgroundMark x1="18750" y1="80469" x2="17188" y2="78516"/>
                        <a14:backgroundMark x1="23828" y1="53125" x2="8594" y2="70703"/>
                        <a14:backgroundMark x1="8594" y1="70703" x2="23438" y2="49219"/>
                        <a14:backgroundMark x1="23438" y1="49219" x2="23047" y2="59375"/>
                        <a14:backgroundMark x1="35156" y1="55078" x2="59766" y2="69922"/>
                        <a14:backgroundMark x1="59766" y1="69922" x2="53906" y2="91406"/>
                        <a14:backgroundMark x1="62109" y1="82422" x2="60938" y2="57031"/>
                        <a14:backgroundMark x1="60938" y1="57031" x2="53906" y2="46484"/>
                        <a14:backgroundMark x1="60938" y1="46875" x2="57813" y2="56641"/>
                        <a14:backgroundMark x1="64844" y1="62500" x2="68750" y2="64844"/>
                        <a14:backgroundMark x1="69141" y1="75000" x2="68359" y2="58594"/>
                        <a14:backgroundMark x1="67578" y1="76563" x2="58984" y2="44141"/>
                        <a14:backgroundMark x1="63672" y1="51563" x2="60156" y2="45703"/>
                        <a14:backgroundMark x1="63281" y1="54297" x2="45313" y2="41797"/>
                        <a14:backgroundMark x1="45313" y1="41797" x2="32813" y2="41797"/>
                        <a14:backgroundMark x1="37500" y1="38672" x2="46094" y2="41406"/>
                        <a14:backgroundMark x1="46484" y1="43359" x2="32813" y2="40234"/>
                        <a14:backgroundMark x1="31641" y1="46484" x2="20703" y2="44531"/>
                        <a14:backgroundMark x1="18750" y1="55859" x2="27734" y2="42188"/>
                        <a14:backgroundMark x1="27734" y1="45313" x2="17188" y2="46094"/>
                        <a14:backgroundMark x1="38672" y1="35938" x2="44141" y2="36328"/>
                        <a14:backgroundMark x1="38672" y1="35938" x2="30859" y2="42188"/>
                        <a14:backgroundMark x1="35156" y1="42578" x2="37500" y2="35156"/>
                        <a14:backgroundMark x1="36719" y1="39844" x2="35938" y2="35938"/>
                        <a14:backgroundMark x1="36328" y1="40625" x2="31641" y2="36328"/>
                        <a14:backgroundMark x1="36719" y1="41406" x2="26172" y2="37500"/>
                        <a14:backgroundMark x1="49219" y1="41406" x2="42188" y2="37500"/>
                        <a14:backgroundMark x1="44531" y1="40625" x2="47266" y2="39453"/>
                        <a14:backgroundMark x1="51563" y1="46094" x2="57813" y2="42188"/>
                        <a14:backgroundMark x1="62500" y1="47656" x2="64453" y2="49219"/>
                        <a14:backgroundMark x1="64453" y1="52344" x2="59375" y2="44922"/>
                        <a14:backgroundMark x1="63281" y1="50391" x2="50391" y2="45703"/>
                        <a14:backgroundMark x1="53516" y1="45703" x2="55469" y2="42969"/>
                        <a14:backgroundMark x1="54688" y1="46484" x2="48438" y2="40234"/>
                        <a14:backgroundMark x1="22656" y1="42188" x2="16016" y2="47656"/>
                        <a14:backgroundMark x1="23047" y1="43359" x2="25781" y2="44141"/>
                        <a14:backgroundMark x1="26953" y1="44531" x2="21875" y2="42188"/>
                        <a14:backgroundMark x1="28906" y1="45703" x2="19922" y2="42969"/>
                        <a14:backgroundMark x1="26172" y1="44531" x2="21484" y2="42188"/>
                        <a14:backgroundMark x1="26953" y1="45703" x2="23828" y2="41406"/>
                        <a14:backgroundMark x1="23828" y1="43359" x2="23047" y2="46094"/>
                        <a14:backgroundMark x1="12891" y1="51563" x2="12891" y2="51563"/>
                        <a14:backgroundMark x1="16797" y1="50000" x2="16797" y2="50000"/>
                        <a14:backgroundMark x1="16406" y1="50000" x2="15625" y2="49609"/>
                        <a14:backgroundMark x1="15625" y1="49219" x2="15625" y2="50781"/>
                        <a14:backgroundMark x1="17188" y1="52734" x2="17578" y2="53516"/>
                        <a14:backgroundMark x1="17578" y1="53516" x2="15234" y2="50000"/>
                        <a14:backgroundMark x1="15234" y1="49609" x2="15234" y2="49609"/>
                        <a14:backgroundMark x1="15234" y1="49219" x2="15234" y2="49219"/>
                        <a14:backgroundMark x1="15625" y1="49219" x2="15625" y2="49219"/>
                        <a14:backgroundMark x1="15625" y1="48438" x2="15625" y2="48438"/>
                        <a14:backgroundMark x1="16016" y1="48047" x2="16016" y2="48047"/>
                        <a14:backgroundMark x1="16797" y1="48828" x2="16797" y2="50391"/>
                        <a14:backgroundMark x1="17578" y1="51172" x2="17578" y2="52734"/>
                        <a14:backgroundMark x1="18359" y1="53906" x2="18359" y2="53906"/>
                        <a14:backgroundMark x1="18750" y1="54297" x2="18750" y2="54297"/>
                        <a14:backgroundMark x1="18750" y1="54297" x2="18750" y2="54297"/>
                        <a14:backgroundMark x1="18359" y1="54297" x2="16797" y2="55078"/>
                        <a14:backgroundMark x1="9766" y1="69141" x2="9375" y2="68750"/>
                        <a14:backgroundMark x1="8984" y1="67188" x2="8594" y2="66016"/>
                        <a14:backgroundMark x1="9766" y1="64453" x2="9766" y2="63281"/>
                        <a14:backgroundMark x1="12109" y1="60938" x2="12109" y2="60938"/>
                        <a14:backgroundMark x1="7813" y1="67969" x2="7813" y2="67188"/>
                        <a14:backgroundMark x1="9766" y1="62500" x2="10938" y2="61328"/>
                        <a14:backgroundMark x1="12891" y1="59766" x2="12891" y2="59766"/>
                        <a14:backgroundMark x1="19531" y1="60938" x2="18750" y2="60938"/>
                        <a14:backgroundMark x1="15234" y1="61719" x2="14453" y2="61719"/>
                        <a14:backgroundMark x1="14453" y1="61719" x2="8203" y2="59375"/>
                        <a14:backgroundMark x1="16016" y1="61328" x2="16016" y2="60547"/>
                        <a14:backgroundMark x1="14844" y1="59766" x2="14844" y2="59766"/>
                        <a14:backgroundMark x1="15234" y1="59766" x2="15234" y2="59766"/>
                        <a14:backgroundMark x1="13672" y1="59766" x2="13672" y2="59766"/>
                        <a14:backgroundMark x1="13281" y1="60547" x2="13281" y2="60547"/>
                        <a14:backgroundMark x1="11719" y1="60547" x2="10938" y2="60547"/>
                        <a14:backgroundMark x1="11719" y1="60547" x2="11719" y2="60547"/>
                        <a14:backgroundMark x1="13672" y1="60156" x2="13672" y2="60156"/>
                        <a14:backgroundMark x1="14844" y1="60156" x2="13672" y2="59766"/>
                        <a14:backgroundMark x1="13281" y1="59766" x2="13281" y2="59766"/>
                        <a14:backgroundMark x1="12891" y1="59766" x2="8203" y2="60547"/>
                        <a14:backgroundMark x1="16406" y1="59375" x2="16406" y2="59375"/>
                        <a14:backgroundMark x1="15625" y1="59375" x2="15625" y2="59375"/>
                        <a14:backgroundMark x1="62109" y1="59766" x2="68750" y2="61328"/>
                        <a14:backgroundMark x1="63281" y1="58594" x2="71484" y2="61328"/>
                        <a14:backgroundMark x1="62891" y1="59766" x2="67578" y2="70313"/>
                        <a14:backgroundMark x1="68750" y1="73438" x2="67578" y2="60547"/>
                        <a14:backgroundMark x1="69141" y1="68359" x2="69141" y2="60156"/>
                        <a14:backgroundMark x1="69141" y1="72266" x2="69531" y2="62891"/>
                        <a14:backgroundMark x1="66016" y1="73828" x2="53125" y2="71484"/>
                        <a14:backgroundMark x1="66016" y1="83984" x2="60156" y2="77734"/>
                        <a14:backgroundMark x1="64453" y1="86328" x2="59766" y2="76953"/>
                        <a14:backgroundMark x1="63672" y1="83203" x2="50000" y2="95703"/>
                        <a14:backgroundMark x1="62500" y1="89453" x2="62891" y2="85547"/>
                        <a14:backgroundMark x1="64063" y1="51172" x2="62500" y2="48438"/>
                        <a14:backgroundMark x1="62109" y1="46875" x2="54297" y2="44531"/>
                        <a14:backgroundMark x1="64063" y1="48828" x2="52734" y2="43750"/>
                        <a14:backgroundMark x1="54297" y1="44531" x2="54688" y2="42578"/>
                        <a14:backgroundMark x1="54688" y1="43359" x2="54688" y2="43359"/>
                        <a14:backgroundMark x1="54688" y1="43750" x2="54688" y2="43750"/>
                        <a14:backgroundMark x1="55078" y1="43750" x2="55078" y2="43750"/>
                        <a14:backgroundMark x1="56641" y1="43359" x2="57422" y2="43359"/>
                        <a14:backgroundMark x1="58594" y1="42969" x2="58594" y2="42969"/>
                        <a14:backgroundMark x1="59375" y1="42969" x2="59375" y2="42969"/>
                        <a14:backgroundMark x1="60938" y1="43750" x2="60938" y2="43750"/>
                        <a14:backgroundMark x1="60938" y1="43750" x2="60938" y2="43750"/>
                        <a14:backgroundMark x1="61328" y1="45703" x2="61328" y2="45703"/>
                        <a14:backgroundMark x1="61719" y1="46484" x2="61719" y2="46484"/>
                        <a14:backgroundMark x1="61719" y1="45703" x2="61719" y2="45703"/>
                        <a14:backgroundMark x1="53516" y1="43359" x2="53516" y2="43359"/>
                        <a14:backgroundMark x1="53516" y1="43359" x2="53516" y2="43359"/>
                        <a14:backgroundMark x1="53516" y1="43359" x2="53516" y2="43359"/>
                        <a14:backgroundMark x1="47266" y1="38281" x2="47266" y2="38281"/>
                        <a14:backgroundMark x1="46094" y1="38281" x2="46094" y2="38281"/>
                        <a14:backgroundMark x1="46094" y1="38281" x2="44531" y2="37109"/>
                        <a14:backgroundMark x1="34375" y1="35156" x2="37500" y2="36719"/>
                      </a14:backgroundRemoval>
                    </a14:imgEffect>
                  </a14:imgLayer>
                </a14:imgProps>
              </a:ext>
            </a:extLst>
          </a:blip>
          <a:srcRect l="47392" t="3840" r="9472" b="53148"/>
          <a:stretch>
            <a:fillRect/>
          </a:stretch>
        </p:blipFill>
        <p:spPr>
          <a:xfrm>
            <a:off x="-252811" y="6605907"/>
            <a:ext cx="505623" cy="504186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60E9618F-7D4E-1E57-5996-E24D37A318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66" b="92188" l="6250" r="89844">
                        <a14:foregroundMark x1="38281" y1="92578" x2="45313" y2="92578"/>
                        <a14:foregroundMark x1="31250" y1="39844" x2="16406" y2="59375"/>
                        <a14:foregroundMark x1="16406" y1="59375" x2="6250" y2="87891"/>
                        <a14:foregroundMark x1="6250" y1="87891" x2="21094" y2="65625"/>
                        <a14:foregroundMark x1="21094" y1="65625" x2="21484" y2="55078"/>
                        <a14:backgroundMark x1="81250" y1="20313" x2="72656" y2="41016"/>
                        <a14:backgroundMark x1="72656" y1="41016" x2="57813" y2="20313"/>
                        <a14:backgroundMark x1="57813" y1="20313" x2="76953" y2="15625"/>
                        <a14:backgroundMark x1="82422" y1="8984" x2="81641" y2="19922"/>
                        <a14:backgroundMark x1="88281" y1="26563" x2="82422" y2="27734"/>
                        <a14:backgroundMark x1="67969" y1="42969" x2="58984" y2="35938"/>
                        <a14:backgroundMark x1="53516" y1="37109" x2="57813" y2="27344"/>
                        <a14:backgroundMark x1="56250" y1="24609" x2="46875" y2="24219"/>
                        <a14:backgroundMark x1="58984" y1="7813" x2="55859" y2="17578"/>
                        <a14:backgroundMark x1="55469" y1="20703" x2="51563" y2="7813"/>
                        <a14:backgroundMark x1="54688" y1="19922" x2="50000" y2="11719"/>
                        <a14:backgroundMark x1="55078" y1="20703" x2="48438" y2="22266"/>
                        <a14:backgroundMark x1="51563" y1="31641" x2="53125" y2="19922"/>
                        <a14:backgroundMark x1="56641" y1="40234" x2="55469" y2="29297"/>
                        <a14:backgroundMark x1="54688" y1="32422" x2="50000" y2="35938"/>
                        <a14:backgroundMark x1="87891" y1="20313" x2="89063" y2="30469"/>
                        <a14:backgroundMark x1="89844" y1="30469" x2="83984" y2="31250"/>
                        <a14:backgroundMark x1="86328" y1="40625" x2="84766" y2="31250"/>
                        <a14:backgroundMark x1="85547" y1="41016" x2="76172" y2="40625"/>
                        <a14:backgroundMark x1="81641" y1="43359" x2="61328" y2="28516"/>
                        <a14:backgroundMark x1="75000" y1="46094" x2="66016" y2="44141"/>
                        <a14:backgroundMark x1="71875" y1="48828" x2="64844" y2="42578"/>
                        <a14:backgroundMark x1="69141" y1="47266" x2="60156" y2="38672"/>
                        <a14:backgroundMark x1="67188" y1="46875" x2="63672" y2="43750"/>
                        <a14:backgroundMark x1="73438" y1="46875" x2="73828" y2="37500"/>
                        <a14:backgroundMark x1="82031" y1="42969" x2="71094" y2="36719"/>
                        <a14:backgroundMark x1="87109" y1="39844" x2="83203" y2="30078"/>
                        <a14:backgroundMark x1="77344" y1="42578" x2="73828" y2="37109"/>
                        <a14:backgroundMark x1="77344" y1="41406" x2="66016" y2="40234"/>
                        <a14:backgroundMark x1="67188" y1="42188" x2="53906" y2="39453"/>
                        <a14:backgroundMark x1="55078" y1="41016" x2="61328" y2="41406"/>
                        <a14:backgroundMark x1="52734" y1="38672" x2="51172" y2="37109"/>
                        <a14:backgroundMark x1="53125" y1="40234" x2="55078" y2="39453"/>
                        <a14:backgroundMark x1="54688" y1="21094" x2="47266" y2="20313"/>
                        <a14:backgroundMark x1="54297" y1="20313" x2="49219" y2="19531"/>
                        <a14:backgroundMark x1="48438" y1="21875" x2="51172" y2="29688"/>
                        <a14:backgroundMark x1="51563" y1="30469" x2="48047" y2="22656"/>
                        <a14:backgroundMark x1="50781" y1="30859" x2="44531" y2="22656"/>
                      </a14:backgroundRemoval>
                    </a14:imgEffect>
                  </a14:imgLayer>
                </a14:imgProps>
              </a:ext>
            </a:extLst>
          </a:blip>
          <a:srcRect l="8760" t="35019" r="29840" b="4164"/>
          <a:stretch>
            <a:fillRect/>
          </a:stretch>
        </p:blipFill>
        <p:spPr>
          <a:xfrm rot="20368896">
            <a:off x="11107" y="6044567"/>
            <a:ext cx="785434" cy="777978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08928678-270D-62D1-89EA-6063360363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44" b="89776" l="7668" r="90735">
                        <a14:foregroundMark x1="9585" y1="62780" x2="7668" y2="51438"/>
                        <a14:foregroundMark x1="7668" y1="51438" x2="9425" y2="49042"/>
                        <a14:foregroundMark x1="88978" y1="52396" x2="90735" y2="59585"/>
                      </a14:backgroundRemoval>
                    </a14:imgEffect>
                  </a14:imgLayer>
                </a14:imgProps>
              </a:ext>
            </a:extLst>
          </a:blip>
          <a:srcRect l="-6120" t="-8227" r="-4346" b="3130"/>
          <a:stretch>
            <a:fillRect/>
          </a:stretch>
        </p:blipFill>
        <p:spPr>
          <a:xfrm>
            <a:off x="692181" y="5420438"/>
            <a:ext cx="782911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61DAA5B0-6D02-0267-3F9B-120D896FA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-12517" b="-35120"/>
          <a:stretch>
            <a:fillRect/>
          </a:stretch>
        </p:blipFill>
        <p:spPr>
          <a:xfrm>
            <a:off x="-1441261" y="7455515"/>
            <a:ext cx="790089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12385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023 C -0.02461 -0.04722 -0.04635 -0.05972 -0.0914 -0.05949 C -0.12969 -0.05185 -0.14765 -0.03357 -0.16666 0.00093 C -0.18568 0.03565 -0.20312 0.08495 -0.20221 0.13727 C -0.20299 0.19005 -0.18372 0.27268 -0.17018 0.28843 " pathEditMode="relative" rAng="8340000" ptsTypes="AAA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96" y="715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1.11111E-6 C 0.02826 0.04467 0.04571 0.05046 0.08177 0.0625 C 0.10651 0.07315 0.1487 0.04236 0.16888 0.01042 C 0.18946 -0.02153 0.20091 -0.07986 0.2056 -0.13009 C 0.20378 -0.19676 0.19662 -0.24977 0.17227 -0.29236 " pathEditMode="relative" rAng="18960000" ptsTypes="AAAAA">
                                      <p:cBhvr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99" y="-69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66DC47-6023-A1F1-A2E2-335662FF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Tests / Qualität</a:t>
            </a:r>
          </a:p>
        </p:txBody>
      </p:sp>
      <p:pic>
        <p:nvPicPr>
          <p:cNvPr id="7" name="Inhaltsplatzhalter 6" descr="Ein Bild, das Text, Screenshot, Multimedia-Software, Software enthält.&#10;&#10;KI-generierte Inhalte können fehlerhaft sein.">
            <a:extLst>
              <a:ext uri="{FF2B5EF4-FFF2-40B4-BE49-F238E27FC236}">
                <a16:creationId xmlns:a16="http://schemas.microsoft.com/office/drawing/2014/main" id="{E0F7B798-F816-A970-5E71-EB5DB75AD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2040" y="635556"/>
            <a:ext cx="1695618" cy="559566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15BB306-6F6E-B8CB-088A-DC0C5474129A}"/>
              </a:ext>
            </a:extLst>
          </p:cNvPr>
          <p:cNvSpPr txBox="1"/>
          <p:nvPr/>
        </p:nvSpPr>
        <p:spPr>
          <a:xfrm>
            <a:off x="849086" y="1719943"/>
            <a:ext cx="8120742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200" dirty="0">
                <a:latin typeface="Arial"/>
                <a:cs typeface="Arial"/>
              </a:rPr>
              <a:t>•</a:t>
            </a:r>
            <a:r>
              <a:rPr lang="de-DE" sz="3200" dirty="0">
                <a:ea typeface="+mn-lt"/>
                <a:cs typeface="+mn-lt"/>
              </a:rPr>
              <a:t>🧪 Testfälle T-001 bis T-006</a:t>
            </a:r>
            <a:endParaRPr lang="de-DE" dirty="0"/>
          </a:p>
          <a:p>
            <a:r>
              <a:rPr lang="de-DE" sz="3200" dirty="0">
                <a:latin typeface="Arial"/>
                <a:cs typeface="Arial"/>
              </a:rPr>
              <a:t>•</a:t>
            </a:r>
            <a:r>
              <a:rPr lang="de-DE" sz="3200" dirty="0">
                <a:ea typeface="+mn-lt"/>
                <a:cs typeface="+mn-lt"/>
              </a:rPr>
              <a:t>✔ Funktionen vollständig getestet</a:t>
            </a:r>
            <a:endParaRPr lang="de-DE" dirty="0"/>
          </a:p>
          <a:p>
            <a:r>
              <a:rPr lang="de-DE" sz="3200" dirty="0">
                <a:latin typeface="Arial"/>
                <a:cs typeface="Arial"/>
              </a:rPr>
              <a:t>•</a:t>
            </a:r>
            <a:r>
              <a:rPr lang="de-DE" sz="3200" dirty="0">
                <a:ea typeface="+mn-lt"/>
                <a:cs typeface="+mn-lt"/>
              </a:rPr>
              <a:t>📊 Score &amp; Level validiert</a:t>
            </a:r>
            <a:endParaRPr lang="de-DE" dirty="0"/>
          </a:p>
          <a:p>
            <a:r>
              <a:rPr lang="de-DE" sz="3200" dirty="0">
                <a:latin typeface="Arial"/>
                <a:cs typeface="Arial"/>
              </a:rPr>
              <a:t>•</a:t>
            </a:r>
            <a:r>
              <a:rPr lang="de-DE" sz="3200" dirty="0">
                <a:ea typeface="+mn-lt"/>
                <a:cs typeface="+mn-lt"/>
              </a:rPr>
              <a:t>💀 Game Over geprüft</a:t>
            </a:r>
            <a:endParaRPr lang="de-DE" dirty="0"/>
          </a:p>
          <a:p>
            <a:r>
              <a:rPr lang="de-DE" sz="3200" dirty="0">
                <a:latin typeface="Arial"/>
                <a:cs typeface="Arial"/>
              </a:rPr>
              <a:t>•</a:t>
            </a:r>
            <a:r>
              <a:rPr lang="de-DE" sz="3200" dirty="0">
                <a:ea typeface="+mn-lt"/>
                <a:cs typeface="+mn-lt"/>
              </a:rPr>
              <a:t>✅ Ergebnis: System funktioniert korrekt</a:t>
            </a:r>
            <a:endParaRPr lang="de-DE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23448B7-4BF4-7C74-CCD6-5291FD7AA627}"/>
              </a:ext>
            </a:extLst>
          </p:cNvPr>
          <p:cNvSpPr>
            <a:spLocks/>
          </p:cNvSpPr>
          <p:nvPr/>
        </p:nvSpPr>
        <p:spPr>
          <a:xfrm>
            <a:off x="-2160000" y="4698000"/>
            <a:ext cx="4320000" cy="43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64ECD32-F0EC-6A7C-2D26-2C94ADBE557E}"/>
              </a:ext>
            </a:extLst>
          </p:cNvPr>
          <p:cNvSpPr>
            <a:spLocks/>
          </p:cNvSpPr>
          <p:nvPr/>
        </p:nvSpPr>
        <p:spPr>
          <a:xfrm>
            <a:off x="-1377380" y="5418000"/>
            <a:ext cx="2880000" cy="28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8B6F748-1873-1823-A585-3DE559503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422" b="89844" l="9766" r="89844">
                        <a14:foregroundMark x1="75000" y1="7422" x2="69531" y2="23047"/>
                        <a14:backgroundMark x1="19922" y1="47266" x2="42188" y2="39844"/>
                        <a14:backgroundMark x1="42188" y1="39844" x2="57422" y2="62109"/>
                        <a14:backgroundMark x1="57422" y1="62109" x2="46875" y2="83594"/>
                        <a14:backgroundMark x1="46875" y1="83594" x2="18750" y2="80469"/>
                        <a14:backgroundMark x1="18750" y1="80469" x2="17188" y2="78516"/>
                        <a14:backgroundMark x1="23828" y1="53125" x2="8594" y2="70703"/>
                        <a14:backgroundMark x1="8594" y1="70703" x2="23438" y2="49219"/>
                        <a14:backgroundMark x1="23438" y1="49219" x2="23047" y2="59375"/>
                        <a14:backgroundMark x1="35156" y1="55078" x2="59766" y2="69922"/>
                        <a14:backgroundMark x1="59766" y1="69922" x2="53906" y2="91406"/>
                        <a14:backgroundMark x1="62109" y1="82422" x2="60938" y2="57031"/>
                        <a14:backgroundMark x1="60938" y1="57031" x2="53906" y2="46484"/>
                        <a14:backgroundMark x1="60938" y1="46875" x2="57813" y2="56641"/>
                        <a14:backgroundMark x1="64844" y1="62500" x2="68750" y2="64844"/>
                        <a14:backgroundMark x1="69141" y1="75000" x2="68359" y2="58594"/>
                        <a14:backgroundMark x1="67578" y1="76563" x2="58984" y2="44141"/>
                        <a14:backgroundMark x1="63672" y1="51563" x2="60156" y2="45703"/>
                        <a14:backgroundMark x1="63281" y1="54297" x2="45313" y2="41797"/>
                        <a14:backgroundMark x1="45313" y1="41797" x2="32813" y2="41797"/>
                        <a14:backgroundMark x1="37500" y1="38672" x2="46094" y2="41406"/>
                        <a14:backgroundMark x1="46484" y1="43359" x2="32813" y2="40234"/>
                        <a14:backgroundMark x1="31641" y1="46484" x2="20703" y2="44531"/>
                        <a14:backgroundMark x1="18750" y1="55859" x2="27734" y2="42188"/>
                        <a14:backgroundMark x1="27734" y1="45313" x2="17188" y2="46094"/>
                        <a14:backgroundMark x1="38672" y1="35938" x2="44141" y2="36328"/>
                        <a14:backgroundMark x1="38672" y1="35938" x2="30859" y2="42188"/>
                        <a14:backgroundMark x1="35156" y1="42578" x2="37500" y2="35156"/>
                        <a14:backgroundMark x1="36719" y1="39844" x2="35938" y2="35938"/>
                        <a14:backgroundMark x1="36328" y1="40625" x2="31641" y2="36328"/>
                        <a14:backgroundMark x1="36719" y1="41406" x2="26172" y2="37500"/>
                        <a14:backgroundMark x1="49219" y1="41406" x2="42188" y2="37500"/>
                        <a14:backgroundMark x1="44531" y1="40625" x2="47266" y2="39453"/>
                        <a14:backgroundMark x1="51563" y1="46094" x2="57813" y2="42188"/>
                        <a14:backgroundMark x1="62500" y1="47656" x2="64453" y2="49219"/>
                        <a14:backgroundMark x1="64453" y1="52344" x2="59375" y2="44922"/>
                        <a14:backgroundMark x1="63281" y1="50391" x2="50391" y2="45703"/>
                        <a14:backgroundMark x1="53516" y1="45703" x2="55469" y2="42969"/>
                        <a14:backgroundMark x1="54688" y1="46484" x2="48438" y2="40234"/>
                        <a14:backgroundMark x1="22656" y1="42188" x2="16016" y2="47656"/>
                        <a14:backgroundMark x1="23047" y1="43359" x2="25781" y2="44141"/>
                        <a14:backgroundMark x1="26953" y1="44531" x2="21875" y2="42188"/>
                        <a14:backgroundMark x1="28906" y1="45703" x2="19922" y2="42969"/>
                        <a14:backgroundMark x1="26172" y1="44531" x2="21484" y2="42188"/>
                        <a14:backgroundMark x1="26953" y1="45703" x2="23828" y2="41406"/>
                        <a14:backgroundMark x1="23828" y1="43359" x2="23047" y2="46094"/>
                        <a14:backgroundMark x1="12891" y1="51563" x2="12891" y2="51563"/>
                        <a14:backgroundMark x1="16797" y1="50000" x2="16797" y2="50000"/>
                        <a14:backgroundMark x1="16406" y1="50000" x2="15625" y2="49609"/>
                        <a14:backgroundMark x1="15625" y1="49219" x2="15625" y2="50781"/>
                        <a14:backgroundMark x1="17188" y1="52734" x2="17578" y2="53516"/>
                        <a14:backgroundMark x1="17578" y1="53516" x2="15234" y2="50000"/>
                        <a14:backgroundMark x1="15234" y1="49609" x2="15234" y2="49609"/>
                        <a14:backgroundMark x1="15234" y1="49219" x2="15234" y2="49219"/>
                        <a14:backgroundMark x1="15625" y1="49219" x2="15625" y2="49219"/>
                        <a14:backgroundMark x1="15625" y1="48438" x2="15625" y2="48438"/>
                        <a14:backgroundMark x1="16016" y1="48047" x2="16016" y2="48047"/>
                        <a14:backgroundMark x1="16797" y1="48828" x2="16797" y2="50391"/>
                        <a14:backgroundMark x1="17578" y1="51172" x2="17578" y2="52734"/>
                        <a14:backgroundMark x1="18359" y1="53906" x2="18359" y2="53906"/>
                        <a14:backgroundMark x1="18750" y1="54297" x2="18750" y2="54297"/>
                        <a14:backgroundMark x1="18750" y1="54297" x2="18750" y2="54297"/>
                        <a14:backgroundMark x1="18359" y1="54297" x2="16797" y2="55078"/>
                        <a14:backgroundMark x1="9766" y1="69141" x2="9375" y2="68750"/>
                        <a14:backgroundMark x1="8984" y1="67188" x2="8594" y2="66016"/>
                        <a14:backgroundMark x1="9766" y1="64453" x2="9766" y2="63281"/>
                        <a14:backgroundMark x1="12109" y1="60938" x2="12109" y2="60938"/>
                        <a14:backgroundMark x1="7813" y1="67969" x2="7813" y2="67188"/>
                        <a14:backgroundMark x1="9766" y1="62500" x2="10938" y2="61328"/>
                        <a14:backgroundMark x1="12891" y1="59766" x2="12891" y2="59766"/>
                        <a14:backgroundMark x1="19531" y1="60938" x2="18750" y2="60938"/>
                        <a14:backgroundMark x1="15234" y1="61719" x2="14453" y2="61719"/>
                        <a14:backgroundMark x1="14453" y1="61719" x2="8203" y2="59375"/>
                        <a14:backgroundMark x1="16016" y1="61328" x2="16016" y2="60547"/>
                        <a14:backgroundMark x1="14844" y1="59766" x2="14844" y2="59766"/>
                        <a14:backgroundMark x1="15234" y1="59766" x2="15234" y2="59766"/>
                        <a14:backgroundMark x1="13672" y1="59766" x2="13672" y2="59766"/>
                        <a14:backgroundMark x1="13281" y1="60547" x2="13281" y2="60547"/>
                        <a14:backgroundMark x1="11719" y1="60547" x2="10938" y2="60547"/>
                        <a14:backgroundMark x1="11719" y1="60547" x2="11719" y2="60547"/>
                        <a14:backgroundMark x1="13672" y1="60156" x2="13672" y2="60156"/>
                        <a14:backgroundMark x1="14844" y1="60156" x2="13672" y2="59766"/>
                        <a14:backgroundMark x1="13281" y1="59766" x2="13281" y2="59766"/>
                        <a14:backgroundMark x1="12891" y1="59766" x2="8203" y2="60547"/>
                        <a14:backgroundMark x1="16406" y1="59375" x2="16406" y2="59375"/>
                        <a14:backgroundMark x1="15625" y1="59375" x2="15625" y2="59375"/>
                        <a14:backgroundMark x1="62109" y1="59766" x2="68750" y2="61328"/>
                        <a14:backgroundMark x1="63281" y1="58594" x2="71484" y2="61328"/>
                        <a14:backgroundMark x1="62891" y1="59766" x2="67578" y2="70313"/>
                        <a14:backgroundMark x1="68750" y1="73438" x2="67578" y2="60547"/>
                        <a14:backgroundMark x1="69141" y1="68359" x2="69141" y2="60156"/>
                        <a14:backgroundMark x1="69141" y1="72266" x2="69531" y2="62891"/>
                        <a14:backgroundMark x1="66016" y1="73828" x2="53125" y2="71484"/>
                        <a14:backgroundMark x1="66016" y1="83984" x2="60156" y2="77734"/>
                        <a14:backgroundMark x1="64453" y1="86328" x2="59766" y2="76953"/>
                        <a14:backgroundMark x1="63672" y1="83203" x2="50000" y2="95703"/>
                        <a14:backgroundMark x1="62500" y1="89453" x2="62891" y2="85547"/>
                        <a14:backgroundMark x1="64063" y1="51172" x2="62500" y2="48438"/>
                        <a14:backgroundMark x1="62109" y1="46875" x2="54297" y2="44531"/>
                        <a14:backgroundMark x1="64063" y1="48828" x2="52734" y2="43750"/>
                        <a14:backgroundMark x1="54297" y1="44531" x2="54688" y2="42578"/>
                        <a14:backgroundMark x1="54688" y1="43359" x2="54688" y2="43359"/>
                        <a14:backgroundMark x1="54688" y1="43750" x2="54688" y2="43750"/>
                        <a14:backgroundMark x1="55078" y1="43750" x2="55078" y2="43750"/>
                        <a14:backgroundMark x1="56641" y1="43359" x2="57422" y2="43359"/>
                        <a14:backgroundMark x1="58594" y1="42969" x2="58594" y2="42969"/>
                        <a14:backgroundMark x1="59375" y1="42969" x2="59375" y2="42969"/>
                        <a14:backgroundMark x1="60938" y1="43750" x2="60938" y2="43750"/>
                        <a14:backgroundMark x1="60938" y1="43750" x2="60938" y2="43750"/>
                        <a14:backgroundMark x1="61328" y1="45703" x2="61328" y2="45703"/>
                        <a14:backgroundMark x1="61719" y1="46484" x2="61719" y2="46484"/>
                        <a14:backgroundMark x1="61719" y1="45703" x2="61719" y2="45703"/>
                        <a14:backgroundMark x1="53516" y1="43359" x2="53516" y2="43359"/>
                        <a14:backgroundMark x1="53516" y1="43359" x2="53516" y2="43359"/>
                        <a14:backgroundMark x1="53516" y1="43359" x2="53516" y2="43359"/>
                        <a14:backgroundMark x1="47266" y1="38281" x2="47266" y2="38281"/>
                        <a14:backgroundMark x1="46094" y1="38281" x2="46094" y2="38281"/>
                        <a14:backgroundMark x1="46094" y1="38281" x2="44531" y2="37109"/>
                        <a14:backgroundMark x1="34375" y1="35156" x2="37500" y2="36719"/>
                      </a14:backgroundRemoval>
                    </a14:imgEffect>
                  </a14:imgLayer>
                </a14:imgProps>
              </a:ext>
            </a:extLst>
          </a:blip>
          <a:srcRect l="47392" t="3840" r="9472" b="53148"/>
          <a:stretch>
            <a:fillRect/>
          </a:stretch>
        </p:blipFill>
        <p:spPr>
          <a:xfrm>
            <a:off x="-252811" y="6605907"/>
            <a:ext cx="505623" cy="50418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837A6DB-413E-BF48-A967-1B599CF758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66" b="92188" l="6250" r="89844">
                        <a14:foregroundMark x1="38281" y1="92578" x2="45313" y2="92578"/>
                        <a14:foregroundMark x1="31250" y1="39844" x2="16406" y2="59375"/>
                        <a14:foregroundMark x1="16406" y1="59375" x2="6250" y2="87891"/>
                        <a14:foregroundMark x1="6250" y1="87891" x2="21094" y2="65625"/>
                        <a14:foregroundMark x1="21094" y1="65625" x2="21484" y2="55078"/>
                        <a14:backgroundMark x1="81250" y1="20313" x2="72656" y2="41016"/>
                        <a14:backgroundMark x1="72656" y1="41016" x2="57813" y2="20313"/>
                        <a14:backgroundMark x1="57813" y1="20313" x2="76953" y2="15625"/>
                        <a14:backgroundMark x1="82422" y1="8984" x2="81641" y2="19922"/>
                        <a14:backgroundMark x1="88281" y1="26563" x2="82422" y2="27734"/>
                        <a14:backgroundMark x1="67969" y1="42969" x2="58984" y2="35938"/>
                        <a14:backgroundMark x1="53516" y1="37109" x2="57813" y2="27344"/>
                        <a14:backgroundMark x1="56250" y1="24609" x2="46875" y2="24219"/>
                        <a14:backgroundMark x1="58984" y1="7813" x2="55859" y2="17578"/>
                        <a14:backgroundMark x1="55469" y1="20703" x2="51563" y2="7813"/>
                        <a14:backgroundMark x1="54688" y1="19922" x2="50000" y2="11719"/>
                        <a14:backgroundMark x1="55078" y1="20703" x2="48438" y2="22266"/>
                        <a14:backgroundMark x1="51563" y1="31641" x2="53125" y2="19922"/>
                        <a14:backgroundMark x1="56641" y1="40234" x2="55469" y2="29297"/>
                        <a14:backgroundMark x1="54688" y1="32422" x2="50000" y2="35938"/>
                        <a14:backgroundMark x1="87891" y1="20313" x2="89063" y2="30469"/>
                        <a14:backgroundMark x1="89844" y1="30469" x2="83984" y2="31250"/>
                        <a14:backgroundMark x1="86328" y1="40625" x2="84766" y2="31250"/>
                        <a14:backgroundMark x1="85547" y1="41016" x2="76172" y2="40625"/>
                        <a14:backgroundMark x1="81641" y1="43359" x2="61328" y2="28516"/>
                        <a14:backgroundMark x1="75000" y1="46094" x2="66016" y2="44141"/>
                        <a14:backgroundMark x1="71875" y1="48828" x2="64844" y2="42578"/>
                        <a14:backgroundMark x1="69141" y1="47266" x2="60156" y2="38672"/>
                        <a14:backgroundMark x1="67188" y1="46875" x2="63672" y2="43750"/>
                        <a14:backgroundMark x1="73438" y1="46875" x2="73828" y2="37500"/>
                        <a14:backgroundMark x1="82031" y1="42969" x2="71094" y2="36719"/>
                        <a14:backgroundMark x1="87109" y1="39844" x2="83203" y2="30078"/>
                        <a14:backgroundMark x1="77344" y1="42578" x2="73828" y2="37109"/>
                        <a14:backgroundMark x1="77344" y1="41406" x2="66016" y2="40234"/>
                        <a14:backgroundMark x1="67188" y1="42188" x2="53906" y2="39453"/>
                        <a14:backgroundMark x1="55078" y1="41016" x2="61328" y2="41406"/>
                        <a14:backgroundMark x1="52734" y1="38672" x2="51172" y2="37109"/>
                        <a14:backgroundMark x1="53125" y1="40234" x2="55078" y2="39453"/>
                        <a14:backgroundMark x1="54688" y1="21094" x2="47266" y2="20313"/>
                        <a14:backgroundMark x1="54297" y1="20313" x2="49219" y2="19531"/>
                        <a14:backgroundMark x1="48438" y1="21875" x2="51172" y2="29688"/>
                        <a14:backgroundMark x1="51563" y1="30469" x2="48047" y2="22656"/>
                        <a14:backgroundMark x1="50781" y1="30859" x2="44531" y2="22656"/>
                      </a14:backgroundRemoval>
                    </a14:imgEffect>
                  </a14:imgLayer>
                </a14:imgProps>
              </a:ext>
            </a:extLst>
          </a:blip>
          <a:srcRect l="8760" t="35019" r="29840" b="4164"/>
          <a:stretch>
            <a:fillRect/>
          </a:stretch>
        </p:blipFill>
        <p:spPr>
          <a:xfrm rot="20368896">
            <a:off x="11107" y="6044567"/>
            <a:ext cx="785434" cy="77797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982E191-7556-19C5-FADE-BA912A50CE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12" b="95000" l="52955" r="96136">
                        <a14:foregroundMark x1="71364" y1="51176" x2="70000" y2="53824"/>
                        <a14:foregroundMark x1="77955" y1="55588" x2="65000" y2="47353"/>
                        <a14:foregroundMark x1="65000" y1="47353" x2="74091" y2="57941"/>
                        <a14:foregroundMark x1="74091" y1="57941" x2="76818" y2="48824"/>
                        <a14:foregroundMark x1="77045" y1="49118" x2="72273" y2="43824"/>
                        <a14:foregroundMark x1="67045" y1="57353" x2="76818" y2="58824"/>
                        <a14:foregroundMark x1="63864" y1="70294" x2="69318" y2="66471"/>
                        <a14:foregroundMark x1="83409" y1="64412" x2="78864" y2="64706"/>
                        <a14:foregroundMark x1="77955" y1="89118" x2="85000" y2="88824"/>
                        <a14:foregroundMark x1="69318" y1="91176" x2="60455" y2="90588"/>
                        <a14:foregroundMark x1="57955" y1="92941" x2="56818" y2="95294"/>
                        <a14:foregroundMark x1="87045" y1="57941" x2="87045" y2="55882"/>
                        <a14:foregroundMark x1="94091" y1="9412" x2="95227" y2="12059"/>
                        <a14:foregroundMark x1="96136" y1="24412" x2="96136" y2="27353"/>
                        <a14:foregroundMark x1="88182" y1="45882" x2="89773" y2="32059"/>
                        <a14:backgroundMark x1="77955" y1="62941" x2="78636" y2="62647"/>
                        <a14:backgroundMark x1="86591" y1="56471" x2="86818" y2="55294"/>
                        <a14:backgroundMark x1="87273" y1="47941" x2="87273" y2="48529"/>
                      </a14:backgroundRemoval>
                    </a14:imgEffect>
                  </a14:imgLayer>
                </a14:imgProps>
              </a:ext>
            </a:extLst>
          </a:blip>
          <a:srcRect l="33123" t="5090" r="-10312"/>
          <a:stretch>
            <a:fillRect/>
          </a:stretch>
        </p:blipFill>
        <p:spPr>
          <a:xfrm>
            <a:off x="-1377380" y="7462523"/>
            <a:ext cx="787927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2F67998-B9D0-2C94-86EA-182C76FF14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83571" l="8462" r="88462">
                        <a14:foregroundMark x1="20385" y1="10357" x2="26538" y2="15000"/>
                        <a14:foregroundMark x1="12308" y1="22143" x2="11923" y2="26071"/>
                        <a14:foregroundMark x1="8846" y1="21786" x2="8462" y2="18929"/>
                        <a14:foregroundMark x1="69615" y1="81786" x2="76923" y2="83214"/>
                        <a14:foregroundMark x1="86538" y1="65357" x2="88846" y2="71429"/>
                        <a14:foregroundMark x1="36923" y1="83571" x2="36154" y2="82500"/>
                      </a14:backgroundRemoval>
                    </a14:imgEffect>
                  </a14:imgLayer>
                </a14:imgProps>
              </a:ext>
            </a:extLst>
          </a:blip>
          <a:srcRect l="-8052" t="-8124" r="-3544" b="-769"/>
          <a:stretch>
            <a:fillRect/>
          </a:stretch>
        </p:blipFill>
        <p:spPr>
          <a:xfrm>
            <a:off x="681256" y="5434238"/>
            <a:ext cx="758406" cy="796985"/>
          </a:xfrm>
          <a:prstGeom prst="ellipse">
            <a:avLst/>
          </a:prstGeom>
          <a:ln w="381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06118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2.59259E-6 C -0.0276 -0.04931 -0.05443 -0.0625 -0.08945 -0.05648 C -0.12175 -0.05023 -0.15195 -0.02662 -0.17122 0.00671 C -0.1905 0.04028 -0.19622 0.10092 -0.20443 0.14398 C -0.20091 0.20578 -0.19219 0.24953 -0.16836 0.30185 " pathEditMode="relative" rAng="8220000" ptsTypes="AAA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18" y="76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46 C 0.02839 0.04606 0.0474 0.05416 0.08281 0.06574 C 0.10677 0.07569 0.14766 0.04166 0.16758 0.00578 C 0.18789 -0.02917 0.2056 -0.10394 0.20287 -0.1463 C 0.20065 -0.21042 0.19714 -0.27361 0.16771 -0.30186 " pathEditMode="relative" rAng="19080000" ptsTypes="AAAAA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57" y="-770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5A17A9-FD79-F174-ADD5-B56999C8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7F471B-7D3B-61F0-D943-DEE2D368E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21988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53BFB-E514-E163-F22C-F7393BFB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Tests / Qualität</a:t>
            </a:r>
          </a:p>
        </p:txBody>
      </p:sp>
    </p:spTree>
    <p:extLst>
      <p:ext uri="{BB962C8B-B14F-4D97-AF65-F5344CB8AC3E}">
        <p14:creationId xmlns:p14="http://schemas.microsoft.com/office/powerpoint/2010/main" val="3504223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602378-A63C-1DBF-2FE7-DC829BE3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Herausforderungen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0D3B30-F19C-B8FB-0D81-5AA02BEEF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74956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0349FA-CB35-9A54-EA61-75728D6E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E89A13-7FD8-0AB4-FD42-107AD1713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9952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Breitbild</PresentationFormat>
  <Paragraphs>68</Paragraphs>
  <Slides>16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Castellar</vt:lpstr>
      <vt:lpstr>Office</vt:lpstr>
      <vt:lpstr>Top Down Shooter</vt:lpstr>
      <vt:lpstr>PowerPoint-Präsentation</vt:lpstr>
      <vt:lpstr>Zuständigkeiten</vt:lpstr>
      <vt:lpstr>PowerPoint-Präsentation</vt:lpstr>
      <vt:lpstr>Projektübersicht und Aufgaben</vt:lpstr>
      <vt:lpstr>Ressource</vt:lpstr>
      <vt:lpstr>Risikoanalyse</vt:lpstr>
      <vt:lpstr>Spielkonzept</vt:lpstr>
      <vt:lpstr>Anforderungen (Funktional)</vt:lpstr>
      <vt:lpstr>Anforderungen (Nicht-Funktional)</vt:lpstr>
      <vt:lpstr>Arbeitsprozess</vt:lpstr>
      <vt:lpstr>Tests / Qualität</vt:lpstr>
      <vt:lpstr>PowerPoint-Präsentation</vt:lpstr>
      <vt:lpstr>Tests / Qualität</vt:lpstr>
      <vt:lpstr>Herausforderungen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Benjamin Phengrasamy</cp:lastModifiedBy>
  <cp:revision>2</cp:revision>
  <dcterms:created xsi:type="dcterms:W3CDTF">2026-03-23T19:09:53Z</dcterms:created>
  <dcterms:modified xsi:type="dcterms:W3CDTF">2026-03-24T21:43:58Z</dcterms:modified>
</cp:coreProperties>
</file>