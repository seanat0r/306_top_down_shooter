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9"/>
  </p:notesMasterIdLst>
  <p:sldIdLst>
    <p:sldId id="260" r:id="rId2"/>
    <p:sldId id="261" r:id="rId3"/>
    <p:sldId id="262" r:id="rId4"/>
    <p:sldId id="275" r:id="rId5"/>
    <p:sldId id="270" r:id="rId6"/>
    <p:sldId id="274" r:id="rId7"/>
    <p:sldId id="269" r:id="rId8"/>
    <p:sldId id="271" r:id="rId9"/>
    <p:sldId id="272" r:id="rId10"/>
    <p:sldId id="263" r:id="rId11"/>
    <p:sldId id="265" r:id="rId12"/>
    <p:sldId id="266" r:id="rId13"/>
    <p:sldId id="276" r:id="rId14"/>
    <p:sldId id="277" r:id="rId15"/>
    <p:sldId id="273" r:id="rId16"/>
    <p:sldId id="267" r:id="rId17"/>
    <p:sldId id="268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400C"/>
    <a:srgbClr val="C363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7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6BD88C-470E-47D2-96C4-54CA2983C41B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19F22-B9E6-4905-B045-44F9B200290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268640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6CF03-0E64-4298-8EE1-46C2A95A1B60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8292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A8916E-C2D5-9229-06AF-A2493117C7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9BCAE6-2300-EF57-2D49-F7E30510B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DABC09-5480-A0C3-109E-FC8FCEE8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E96165-50BF-2662-576E-A4C53B61C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A9A30F-13FD-8AB6-F983-18DE3284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83951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7DA706-6C99-61EA-453B-DD4B87876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619B04-7B6A-0F63-1EC1-EA6A25546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2B11881-D2D7-467D-6EB7-199CBBA72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6A2726-2ABD-1EFF-5711-079235FC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F4748E-07C8-086D-5CFF-5FE32E0C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1317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ECB2B4-AB08-C0D8-5D2F-4237768E5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3F8F8B-AD74-756B-D682-82F74EE35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359EC1-EF40-ED14-AF0D-B381403A3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FCB8BF-4FBC-9DEA-A06D-7CA48D167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350432-D9C0-E1C6-9C71-31E5F2F2B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53389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D2995A-123C-F619-3877-E1387E74F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A782C1-F7FC-6C8D-E025-9EAE0113A1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7CB0A2-3E84-629A-C587-7F8385A85F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820CFA-BEB2-1F59-F174-84677D287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9CE0046-E31C-AFDF-FDCA-028E619C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6171EE-6560-5289-900F-9E5C4B741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57453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DEAADF-C1F1-4425-6943-925B138B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31A003-0B69-0718-C05A-24B61A03D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B3D092F-1B7C-8CF0-DBF9-B55977F391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4AD466-4ACE-CC4E-722A-A633ADF0F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BBEEF5-E28C-BEBC-A856-295BA20BE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5339B1D-EAF7-5D06-C23E-86357B002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30AC63A-3F98-F273-A11D-5B2DFAF2B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1C20243-881B-3B06-5813-057CA2D01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58398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03F61-8C0C-871A-2D9E-13EC1FF5D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F470B2-2831-CC56-C5A5-7F8A74ADA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AEBC57C-B268-AB9B-1A50-5C3A3B1DE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124F87-A218-EC31-2D40-07567A87F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814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6323388-03CE-9942-7C00-6CAA94492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D52C2FC-358C-F39B-420A-E64772935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242429-07B4-9054-A986-064C76677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099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FE6464-569B-937B-9EC0-9A696D4F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E43A510-9470-AD4A-8303-0AEFC7FD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EA66C98-2D8D-58CB-6FCB-AE666769AA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D8D50C-0DF1-5B59-38DB-AA6D5DF2F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65B5FB6-459A-A8BC-8D42-E0389E70E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5171F3F-1EA7-F22D-68A8-BA7BE9ED5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6129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8F51C3-0FEC-9612-5EEA-24C90449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054BE53-1576-25D8-C395-0E2EC9038A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96A0302-FF86-B672-05BA-3576D41C5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45388A-45CD-8AFA-BC9D-DE595675F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BB97B1B-6395-D4CD-3262-11264840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D370361-9395-AC6F-3DF7-97B04CA7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99263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22E2F6-5270-6CF4-4E0A-969F2C59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1BFDFFA-56F4-5DF5-06D7-83B9D9DA9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BEAF86-3ED3-77C7-7269-2CDD81512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94F7CC-C291-E6D6-83AB-13807348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56F59D0-1706-FFA6-3CF6-EE2C6F93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7638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9782BEB-40ED-07BE-3EF2-B69D545A28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E0EFF8-D9D1-FCD6-7226-0BA0ADB03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556E8D-4118-7FA1-A497-5978C197A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0DAB3F-EAEA-FC1E-AFC3-342EAE51D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3439BC-F0A6-4FE6-6375-F57B553F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2364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3FE26EB-ACA1-350D-3821-3C8C1F9D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79152B3-02BB-CB5B-1FD5-228D96E60B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9854D6-F36D-D103-07D1-D90CE69BD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89E16-D1EE-4141-BF76-FB34F49BA178}" type="datetimeFigureOut">
              <a:rPr lang="de-CH" smtClean="0"/>
              <a:t>23.03.2026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F7F26B-AB76-8BBB-9314-D30D546A9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49FFAA-E38A-FC79-4088-FCB9C76C6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8469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2.png"/><Relationship Id="rId18" Type="http://schemas.microsoft.com/office/2007/relationships/hdphoto" Target="../media/hdphoto8.wdp"/><Relationship Id="rId3" Type="http://schemas.microsoft.com/office/2007/relationships/hdphoto" Target="../media/hdphoto1.wdp"/><Relationship Id="rId21" Type="http://schemas.openxmlformats.org/officeDocument/2006/relationships/image" Target="../media/image16.png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openxmlformats.org/officeDocument/2006/relationships/image" Target="../media/image14.png"/><Relationship Id="rId2" Type="http://schemas.openxmlformats.org/officeDocument/2006/relationships/image" Target="../media/image6.png"/><Relationship Id="rId16" Type="http://schemas.microsoft.com/office/2007/relationships/hdphoto" Target="../media/hdphoto7.wdp"/><Relationship Id="rId20" Type="http://schemas.microsoft.com/office/2007/relationships/hdphoto" Target="../media/hdphoto9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1.png"/><Relationship Id="rId5" Type="http://schemas.microsoft.com/office/2007/relationships/hdphoto" Target="../media/hdphoto2.wdp"/><Relationship Id="rId15" Type="http://schemas.openxmlformats.org/officeDocument/2006/relationships/image" Target="../media/image13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microsoft.com/office/2007/relationships/hdphoto" Target="../media/hdphoto4.wdp"/><Relationship Id="rId1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4.wdp"/><Relationship Id="rId5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14.png"/><Relationship Id="rId3" Type="http://schemas.microsoft.com/office/2007/relationships/hdphoto" Target="../media/hdphoto7.wdp"/><Relationship Id="rId7" Type="http://schemas.openxmlformats.org/officeDocument/2006/relationships/image" Target="../media/image7.png"/><Relationship Id="rId12" Type="http://schemas.microsoft.com/office/2007/relationships/hdphoto" Target="../media/hdphoto6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12.png"/><Relationship Id="rId5" Type="http://schemas.microsoft.com/office/2007/relationships/hdphoto" Target="../media/hdphoto9.wdp"/><Relationship Id="rId10" Type="http://schemas.microsoft.com/office/2007/relationships/hdphoto" Target="../media/hdphoto1.wdp"/><Relationship Id="rId4" Type="http://schemas.openxmlformats.org/officeDocument/2006/relationships/image" Target="../media/image15.png"/><Relationship Id="rId9" Type="http://schemas.openxmlformats.org/officeDocument/2006/relationships/image" Target="../media/image6.png"/><Relationship Id="rId14" Type="http://schemas.microsoft.com/office/2007/relationships/hdphoto" Target="../media/hdphoto8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microsoft.com/office/2007/relationships/hdphoto" Target="../media/hdphoto9.wdp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microsoft.com/office/2007/relationships/hdphoto" Target="../media/hdphoto9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15.png"/><Relationship Id="rId5" Type="http://schemas.openxmlformats.org/officeDocument/2006/relationships/image" Target="../media/image20.png"/><Relationship Id="rId10" Type="http://schemas.openxmlformats.org/officeDocument/2006/relationships/image" Target="../media/image10.png"/><Relationship Id="rId4" Type="http://schemas.openxmlformats.org/officeDocument/2006/relationships/image" Target="../media/image19.png"/><Relationship Id="rId9" Type="http://schemas.microsoft.com/office/2007/relationships/hdphoto" Target="../media/hdphoto4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4.png"/><Relationship Id="rId7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microsoft.com/office/2007/relationships/hdphoto" Target="../media/hdphoto9.wdp"/><Relationship Id="rId4" Type="http://schemas.openxmlformats.org/officeDocument/2006/relationships/image" Target="../media/image15.png"/><Relationship Id="rId9" Type="http://schemas.microsoft.com/office/2007/relationships/hdphoto" Target="../media/hdphoto5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5.png"/><Relationship Id="rId7" Type="http://schemas.microsoft.com/office/2007/relationships/hdphoto" Target="../media/hdphoto5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microsoft.com/office/2007/relationships/hdphoto" Target="../media/hdphoto9.wdp"/><Relationship Id="rId9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microsoft.com/office/2007/relationships/hdphoto" Target="../media/hdphoto9.wdp"/><Relationship Id="rId7" Type="http://schemas.openxmlformats.org/officeDocument/2006/relationships/image" Target="../media/image1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11" Type="http://schemas.microsoft.com/office/2007/relationships/hdphoto" Target="../media/hdphoto10.wdp"/><Relationship Id="rId5" Type="http://schemas.openxmlformats.org/officeDocument/2006/relationships/image" Target="../media/image8.png"/><Relationship Id="rId10" Type="http://schemas.openxmlformats.org/officeDocument/2006/relationships/image" Target="../media/image27.png"/><Relationship Id="rId4" Type="http://schemas.openxmlformats.org/officeDocument/2006/relationships/image" Target="../media/image16.png"/><Relationship Id="rId9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6.wdp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15.png"/><Relationship Id="rId4" Type="http://schemas.microsoft.com/office/2007/relationships/hdphoto" Target="../media/hdphoto8.wdp"/><Relationship Id="rId9" Type="http://schemas.microsoft.com/office/2007/relationships/hdphoto" Target="../media/hdphoto6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5.png"/><Relationship Id="rId7" Type="http://schemas.microsoft.com/office/2007/relationships/hdphoto" Target="../media/hdphoto2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microsoft.com/office/2007/relationships/hdphoto" Target="../media/hdphoto9.wdp"/><Relationship Id="rId9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0A19250D-D569-4232-9020-BD415AE51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F55303-22EA-9161-49FE-2860F2679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54513" y="841375"/>
            <a:ext cx="3505200" cy="3114698"/>
          </a:xfrm>
        </p:spPr>
        <p:txBody>
          <a:bodyPr>
            <a:normAutofit/>
          </a:bodyPr>
          <a:lstStyle/>
          <a:p>
            <a:r>
              <a:rPr lang="de-CH" sz="5600">
                <a:solidFill>
                  <a:schemeClr val="bg1"/>
                </a:solidFill>
              </a:rPr>
              <a:t>Top Down Shooter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EFA9565-ADE1-3124-10C9-267E889260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54513" y="4337072"/>
            <a:ext cx="3506264" cy="1671616"/>
          </a:xfrm>
        </p:spPr>
        <p:txBody>
          <a:bodyPr>
            <a:normAutofit/>
          </a:bodyPr>
          <a:lstStyle/>
          <a:p>
            <a:r>
              <a:rPr lang="de-CH">
                <a:solidFill>
                  <a:schemeClr val="bg1"/>
                </a:solidFill>
              </a:rPr>
              <a:t>Modul 306A</a:t>
            </a:r>
            <a:br>
              <a:rPr lang="de-CH">
                <a:solidFill>
                  <a:schemeClr val="bg1"/>
                </a:solidFill>
              </a:rPr>
            </a:br>
            <a:br>
              <a:rPr lang="de-CH">
                <a:solidFill>
                  <a:schemeClr val="bg1"/>
                </a:solidFill>
              </a:rPr>
            </a:br>
            <a:br>
              <a:rPr lang="de-CH">
                <a:solidFill>
                  <a:schemeClr val="bg1"/>
                </a:solidFill>
              </a:rPr>
            </a:br>
            <a:endParaRPr lang="de-CH">
              <a:solidFill>
                <a:schemeClr val="bg1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7BAEF06-AB74-442C-8C30-B88233FD8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4087640" cy="6858000"/>
            <a:chOff x="1" y="0"/>
            <a:chExt cx="4087640" cy="6858000"/>
          </a:xfrm>
          <a:effectLst>
            <a:outerShdw blurRad="381000" dist="152400" algn="ctr" rotWithShape="0">
              <a:srgbClr val="000000">
                <a:alpha val="10000"/>
              </a:srgbClr>
            </a:outerShdw>
          </a:effectLst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DFD9AA5-A6A4-499F-BB09-5CD7F8145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" y="0"/>
              <a:ext cx="3986041" cy="6858000"/>
              <a:chOff x="1" y="0"/>
              <a:chExt cx="3986041" cy="6858000"/>
            </a:xfrm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5F499571-4EEA-4442-B71C-2972335B35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" y="0"/>
                <a:ext cx="3986041" cy="6858000"/>
              </a:xfrm>
              <a:custGeom>
                <a:avLst/>
                <a:gdLst>
                  <a:gd name="connsiteX0" fmla="*/ 0 w 3986041"/>
                  <a:gd name="connsiteY0" fmla="*/ 0 h 6858000"/>
                  <a:gd name="connsiteX1" fmla="*/ 3066495 w 3986041"/>
                  <a:gd name="connsiteY1" fmla="*/ 0 h 6858000"/>
                  <a:gd name="connsiteX2" fmla="*/ 3427241 w 3986041"/>
                  <a:gd name="connsiteY2" fmla="*/ 1211943 h 6858000"/>
                  <a:gd name="connsiteX3" fmla="*/ 3986041 w 3986041"/>
                  <a:gd name="connsiteY3" fmla="*/ 4122057 h 6858000"/>
                  <a:gd name="connsiteX4" fmla="*/ 3751724 w 3986041"/>
                  <a:gd name="connsiteY4" fmla="*/ 6858000 h 6858000"/>
                  <a:gd name="connsiteX5" fmla="*/ 0 w 3986041"/>
                  <a:gd name="connsiteY5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86041" h="6858000">
                    <a:moveTo>
                      <a:pt x="0" y="0"/>
                    </a:moveTo>
                    <a:lnTo>
                      <a:pt x="3066495" y="0"/>
                    </a:lnTo>
                    <a:lnTo>
                      <a:pt x="3427241" y="1211943"/>
                    </a:lnTo>
                    <a:lnTo>
                      <a:pt x="3986041" y="4122057"/>
                    </a:lnTo>
                    <a:lnTo>
                      <a:pt x="3751724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tx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9FFC7284-7A71-4F33-AB06-E0D1EB1CAFF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" y="0"/>
                <a:ext cx="3986041" cy="6858000"/>
              </a:xfrm>
              <a:custGeom>
                <a:avLst/>
                <a:gdLst>
                  <a:gd name="connsiteX0" fmla="*/ 0 w 3986041"/>
                  <a:gd name="connsiteY0" fmla="*/ 0 h 6858000"/>
                  <a:gd name="connsiteX1" fmla="*/ 3066495 w 3986041"/>
                  <a:gd name="connsiteY1" fmla="*/ 0 h 6858000"/>
                  <a:gd name="connsiteX2" fmla="*/ 3427241 w 3986041"/>
                  <a:gd name="connsiteY2" fmla="*/ 1211943 h 6858000"/>
                  <a:gd name="connsiteX3" fmla="*/ 3986041 w 3986041"/>
                  <a:gd name="connsiteY3" fmla="*/ 4122057 h 6858000"/>
                  <a:gd name="connsiteX4" fmla="*/ 3751724 w 3986041"/>
                  <a:gd name="connsiteY4" fmla="*/ 6858000 h 6858000"/>
                  <a:gd name="connsiteX5" fmla="*/ 0 w 3986041"/>
                  <a:gd name="connsiteY5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86041" h="6858000">
                    <a:moveTo>
                      <a:pt x="0" y="0"/>
                    </a:moveTo>
                    <a:lnTo>
                      <a:pt x="3066495" y="0"/>
                    </a:lnTo>
                    <a:lnTo>
                      <a:pt x="3427241" y="1211943"/>
                    </a:lnTo>
                    <a:lnTo>
                      <a:pt x="3986041" y="4122057"/>
                    </a:lnTo>
                    <a:lnTo>
                      <a:pt x="3751724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27F758D-B23C-459E-AD21-6621782C7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2748588" y="0"/>
              <a:ext cx="1339053" cy="6858000"/>
              <a:chOff x="2748588" y="0"/>
              <a:chExt cx="1339053" cy="6858000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8DD5D69-A882-48D7-ACFB-68E2DC6B04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748588" y="0"/>
                <a:ext cx="1339053" cy="6858000"/>
              </a:xfrm>
              <a:custGeom>
                <a:avLst/>
                <a:gdLst>
                  <a:gd name="connsiteX0" fmla="*/ 850532 w 1339053"/>
                  <a:gd name="connsiteY0" fmla="*/ 3481838 h 6858000"/>
                  <a:gd name="connsiteX1" fmla="*/ 877027 w 1339053"/>
                  <a:gd name="connsiteY1" fmla="*/ 3490955 h 6858000"/>
                  <a:gd name="connsiteX2" fmla="*/ 922718 w 1339053"/>
                  <a:gd name="connsiteY2" fmla="*/ 3516472 h 6858000"/>
                  <a:gd name="connsiteX3" fmla="*/ 1094179 w 1339053"/>
                  <a:gd name="connsiteY3" fmla="*/ 3567567 h 6858000"/>
                  <a:gd name="connsiteX4" fmla="*/ 1118891 w 1339053"/>
                  <a:gd name="connsiteY4" fmla="*/ 3568331 h 6858000"/>
                  <a:gd name="connsiteX5" fmla="*/ 1295961 w 1339053"/>
                  <a:gd name="connsiteY5" fmla="*/ 3584709 h 6858000"/>
                  <a:gd name="connsiteX6" fmla="*/ 1308070 w 1339053"/>
                  <a:gd name="connsiteY6" fmla="*/ 3585183 h 6858000"/>
                  <a:gd name="connsiteX7" fmla="*/ 1325263 w 1339053"/>
                  <a:gd name="connsiteY7" fmla="*/ 3705453 h 6858000"/>
                  <a:gd name="connsiteX8" fmla="*/ 1334107 w 1339053"/>
                  <a:gd name="connsiteY8" fmla="*/ 3772268 h 6858000"/>
                  <a:gd name="connsiteX9" fmla="*/ 1338203 w 1339053"/>
                  <a:gd name="connsiteY9" fmla="*/ 3831076 h 6858000"/>
                  <a:gd name="connsiteX10" fmla="*/ 1338805 w 1339053"/>
                  <a:gd name="connsiteY10" fmla="*/ 3839709 h 6858000"/>
                  <a:gd name="connsiteX11" fmla="*/ 1335635 w 1339053"/>
                  <a:gd name="connsiteY11" fmla="*/ 4118635 h 6858000"/>
                  <a:gd name="connsiteX12" fmla="*/ 1337171 w 1339053"/>
                  <a:gd name="connsiteY12" fmla="*/ 4209403 h 6858000"/>
                  <a:gd name="connsiteX13" fmla="*/ 1325840 w 1339053"/>
                  <a:gd name="connsiteY13" fmla="*/ 4309174 h 6858000"/>
                  <a:gd name="connsiteX14" fmla="*/ 1321122 w 1339053"/>
                  <a:gd name="connsiteY14" fmla="*/ 4473630 h 6858000"/>
                  <a:gd name="connsiteX15" fmla="*/ 1302196 w 1339053"/>
                  <a:gd name="connsiteY15" fmla="*/ 4791709 h 6858000"/>
                  <a:gd name="connsiteX16" fmla="*/ 1293239 w 1339053"/>
                  <a:gd name="connsiteY16" fmla="*/ 4860048 h 6858000"/>
                  <a:gd name="connsiteX17" fmla="*/ 1288829 w 1339053"/>
                  <a:gd name="connsiteY17" fmla="*/ 5039837 h 6858000"/>
                  <a:gd name="connsiteX18" fmla="*/ 1289584 w 1339053"/>
                  <a:gd name="connsiteY18" fmla="*/ 5148703 h 6858000"/>
                  <a:gd name="connsiteX19" fmla="*/ 1282205 w 1339053"/>
                  <a:gd name="connsiteY19" fmla="*/ 5236435 h 6858000"/>
                  <a:gd name="connsiteX20" fmla="*/ 1268145 w 1339053"/>
                  <a:gd name="connsiteY20" fmla="*/ 5311662 h 6858000"/>
                  <a:gd name="connsiteX21" fmla="*/ 1250547 w 1339053"/>
                  <a:gd name="connsiteY21" fmla="*/ 5515595 h 6858000"/>
                  <a:gd name="connsiteX22" fmla="*/ 1243323 w 1339053"/>
                  <a:gd name="connsiteY22" fmla="*/ 5596885 h 6858000"/>
                  <a:gd name="connsiteX23" fmla="*/ 1238303 w 1339053"/>
                  <a:gd name="connsiteY23" fmla="*/ 5812036 h 6858000"/>
                  <a:gd name="connsiteX24" fmla="*/ 1223551 w 1339053"/>
                  <a:gd name="connsiteY24" fmla="*/ 5991171 h 6858000"/>
                  <a:gd name="connsiteX25" fmla="*/ 1219699 w 1339053"/>
                  <a:gd name="connsiteY25" fmla="*/ 6066726 h 6858000"/>
                  <a:gd name="connsiteX26" fmla="*/ 1199935 w 1339053"/>
                  <a:gd name="connsiteY26" fmla="*/ 6236130 h 6858000"/>
                  <a:gd name="connsiteX27" fmla="*/ 1192857 w 1339053"/>
                  <a:gd name="connsiteY27" fmla="*/ 6333267 h 6858000"/>
                  <a:gd name="connsiteX28" fmla="*/ 1148174 w 1339053"/>
                  <a:gd name="connsiteY28" fmla="*/ 6561849 h 6858000"/>
                  <a:gd name="connsiteX29" fmla="*/ 1100424 w 1339053"/>
                  <a:gd name="connsiteY29" fmla="*/ 6797385 h 6858000"/>
                  <a:gd name="connsiteX30" fmla="*/ 1085621 w 1339053"/>
                  <a:gd name="connsiteY30" fmla="*/ 6858000 h 6858000"/>
                  <a:gd name="connsiteX31" fmla="*/ 932341 w 1339053"/>
                  <a:gd name="connsiteY31" fmla="*/ 6858000 h 6858000"/>
                  <a:gd name="connsiteX32" fmla="*/ 944496 w 1339053"/>
                  <a:gd name="connsiteY32" fmla="*/ 6829656 h 6858000"/>
                  <a:gd name="connsiteX33" fmla="*/ 913239 w 1339053"/>
                  <a:gd name="connsiteY33" fmla="*/ 6720119 h 6858000"/>
                  <a:gd name="connsiteX34" fmla="*/ 870682 w 1339053"/>
                  <a:gd name="connsiteY34" fmla="*/ 6655346 h 6858000"/>
                  <a:gd name="connsiteX35" fmla="*/ 846442 w 1339053"/>
                  <a:gd name="connsiteY35" fmla="*/ 6498594 h 6858000"/>
                  <a:gd name="connsiteX36" fmla="*/ 881150 w 1339053"/>
                  <a:gd name="connsiteY36" fmla="*/ 6473756 h 6858000"/>
                  <a:gd name="connsiteX37" fmla="*/ 922470 w 1339053"/>
                  <a:gd name="connsiteY37" fmla="*/ 6377035 h 6858000"/>
                  <a:gd name="connsiteX38" fmla="*/ 955039 w 1339053"/>
                  <a:gd name="connsiteY38" fmla="*/ 6268585 h 6858000"/>
                  <a:gd name="connsiteX39" fmla="*/ 1024350 w 1339053"/>
                  <a:gd name="connsiteY39" fmla="*/ 6083443 h 6858000"/>
                  <a:gd name="connsiteX40" fmla="*/ 999696 w 1339053"/>
                  <a:gd name="connsiteY40" fmla="*/ 5938416 h 6858000"/>
                  <a:gd name="connsiteX41" fmla="*/ 988342 w 1339053"/>
                  <a:gd name="connsiteY41" fmla="*/ 5882426 h 6858000"/>
                  <a:gd name="connsiteX42" fmla="*/ 985444 w 1339053"/>
                  <a:gd name="connsiteY42" fmla="*/ 5832438 h 6858000"/>
                  <a:gd name="connsiteX43" fmla="*/ 992016 w 1339053"/>
                  <a:gd name="connsiteY43" fmla="*/ 5777751 h 6858000"/>
                  <a:gd name="connsiteX44" fmla="*/ 995028 w 1339053"/>
                  <a:gd name="connsiteY44" fmla="*/ 5641832 h 6858000"/>
                  <a:gd name="connsiteX45" fmla="*/ 981247 w 1339053"/>
                  <a:gd name="connsiteY45" fmla="*/ 5562522 h 6858000"/>
                  <a:gd name="connsiteX46" fmla="*/ 995131 w 1339053"/>
                  <a:gd name="connsiteY46" fmla="*/ 5398075 h 6858000"/>
                  <a:gd name="connsiteX47" fmla="*/ 997379 w 1339053"/>
                  <a:gd name="connsiteY47" fmla="*/ 5283928 h 6858000"/>
                  <a:gd name="connsiteX48" fmla="*/ 979617 w 1339053"/>
                  <a:gd name="connsiteY48" fmla="*/ 5157396 h 6858000"/>
                  <a:gd name="connsiteX49" fmla="*/ 976441 w 1339053"/>
                  <a:gd name="connsiteY49" fmla="*/ 5139485 h 6858000"/>
                  <a:gd name="connsiteX50" fmla="*/ 953793 w 1339053"/>
                  <a:gd name="connsiteY50" fmla="*/ 5091862 h 6858000"/>
                  <a:gd name="connsiteX51" fmla="*/ 853056 w 1339053"/>
                  <a:gd name="connsiteY51" fmla="*/ 5001787 h 6858000"/>
                  <a:gd name="connsiteX52" fmla="*/ 833979 w 1339053"/>
                  <a:gd name="connsiteY52" fmla="*/ 4978966 h 6858000"/>
                  <a:gd name="connsiteX53" fmla="*/ 796995 w 1339053"/>
                  <a:gd name="connsiteY53" fmla="*/ 4813768 h 6858000"/>
                  <a:gd name="connsiteX54" fmla="*/ 820590 w 1339053"/>
                  <a:gd name="connsiteY54" fmla="*/ 4764057 h 6858000"/>
                  <a:gd name="connsiteX55" fmla="*/ 864688 w 1339053"/>
                  <a:gd name="connsiteY55" fmla="*/ 4714752 h 6858000"/>
                  <a:gd name="connsiteX56" fmla="*/ 910485 w 1339053"/>
                  <a:gd name="connsiteY56" fmla="*/ 4590911 h 6858000"/>
                  <a:gd name="connsiteX57" fmla="*/ 911445 w 1339053"/>
                  <a:gd name="connsiteY57" fmla="*/ 4539571 h 6858000"/>
                  <a:gd name="connsiteX58" fmla="*/ 900285 w 1339053"/>
                  <a:gd name="connsiteY58" fmla="*/ 4445837 h 6858000"/>
                  <a:gd name="connsiteX59" fmla="*/ 863237 w 1339053"/>
                  <a:gd name="connsiteY59" fmla="*/ 4364703 h 6858000"/>
                  <a:gd name="connsiteX60" fmla="*/ 798070 w 1339053"/>
                  <a:gd name="connsiteY60" fmla="*/ 4243284 h 6858000"/>
                  <a:gd name="connsiteX61" fmla="*/ 817097 w 1339053"/>
                  <a:gd name="connsiteY61" fmla="*/ 4054750 h 6858000"/>
                  <a:gd name="connsiteX62" fmla="*/ 826251 w 1339053"/>
                  <a:gd name="connsiteY62" fmla="*/ 3982801 h 6858000"/>
                  <a:gd name="connsiteX63" fmla="*/ 836848 w 1339053"/>
                  <a:gd name="connsiteY63" fmla="*/ 3784939 h 6858000"/>
                  <a:gd name="connsiteX64" fmla="*/ 841285 w 1339053"/>
                  <a:gd name="connsiteY64" fmla="*/ 3766755 h 6858000"/>
                  <a:gd name="connsiteX65" fmla="*/ 841284 w 1339053"/>
                  <a:gd name="connsiteY65" fmla="*/ 3766755 h 6858000"/>
                  <a:gd name="connsiteX66" fmla="*/ 852925 w 1339053"/>
                  <a:gd name="connsiteY66" fmla="*/ 3719034 h 6858000"/>
                  <a:gd name="connsiteX67" fmla="*/ 857932 w 1339053"/>
                  <a:gd name="connsiteY67" fmla="*/ 3696880 h 6858000"/>
                  <a:gd name="connsiteX68" fmla="*/ 853534 w 1339053"/>
                  <a:gd name="connsiteY68" fmla="*/ 3507036 h 6858000"/>
                  <a:gd name="connsiteX69" fmla="*/ 850226 w 1339053"/>
                  <a:gd name="connsiteY69" fmla="*/ 3485839 h 6858000"/>
                  <a:gd name="connsiteX70" fmla="*/ 0 w 1339053"/>
                  <a:gd name="connsiteY70" fmla="*/ 0 h 6858000"/>
                  <a:gd name="connsiteX71" fmla="*/ 455609 w 1339053"/>
                  <a:gd name="connsiteY71" fmla="*/ 0 h 6858000"/>
                  <a:gd name="connsiteX72" fmla="*/ 459171 w 1339053"/>
                  <a:gd name="connsiteY72" fmla="*/ 72395 h 6858000"/>
                  <a:gd name="connsiteX73" fmla="*/ 460041 w 1339053"/>
                  <a:gd name="connsiteY73" fmla="*/ 131917 h 6858000"/>
                  <a:gd name="connsiteX74" fmla="*/ 504421 w 1339053"/>
                  <a:gd name="connsiteY74" fmla="*/ 389691 h 6858000"/>
                  <a:gd name="connsiteX75" fmla="*/ 582097 w 1339053"/>
                  <a:gd name="connsiteY75" fmla="*/ 634609 h 6858000"/>
                  <a:gd name="connsiteX76" fmla="*/ 702468 w 1339053"/>
                  <a:gd name="connsiteY76" fmla="*/ 834019 h 6858000"/>
                  <a:gd name="connsiteX77" fmla="*/ 729203 w 1339053"/>
                  <a:gd name="connsiteY77" fmla="*/ 887701 h 6858000"/>
                  <a:gd name="connsiteX78" fmla="*/ 743787 w 1339053"/>
                  <a:gd name="connsiteY78" fmla="*/ 1016355 h 6858000"/>
                  <a:gd name="connsiteX79" fmla="*/ 750083 w 1339053"/>
                  <a:gd name="connsiteY79" fmla="*/ 1128060 h 6858000"/>
                  <a:gd name="connsiteX80" fmla="*/ 768866 w 1339053"/>
                  <a:gd name="connsiteY80" fmla="*/ 1213431 h 6858000"/>
                  <a:gd name="connsiteX81" fmla="*/ 787802 w 1339053"/>
                  <a:gd name="connsiteY81" fmla="*/ 1286432 h 6858000"/>
                  <a:gd name="connsiteX82" fmla="*/ 842837 w 1339053"/>
                  <a:gd name="connsiteY82" fmla="*/ 1455511 h 6858000"/>
                  <a:gd name="connsiteX83" fmla="*/ 877988 w 1339053"/>
                  <a:gd name="connsiteY83" fmla="*/ 1634814 h 6858000"/>
                  <a:gd name="connsiteX84" fmla="*/ 941063 w 1339053"/>
                  <a:gd name="connsiteY84" fmla="*/ 1789731 h 6858000"/>
                  <a:gd name="connsiteX85" fmla="*/ 980124 w 1339053"/>
                  <a:gd name="connsiteY85" fmla="*/ 1857657 h 6858000"/>
                  <a:gd name="connsiteX86" fmla="*/ 984484 w 1339053"/>
                  <a:gd name="connsiteY86" fmla="*/ 1976384 h 6858000"/>
                  <a:gd name="connsiteX87" fmla="*/ 1007189 w 1339053"/>
                  <a:gd name="connsiteY87" fmla="*/ 2110650 h 6858000"/>
                  <a:gd name="connsiteX88" fmla="*/ 1039893 w 1339053"/>
                  <a:gd name="connsiteY88" fmla="*/ 2211041 h 6858000"/>
                  <a:gd name="connsiteX89" fmla="*/ 1059162 w 1339053"/>
                  <a:gd name="connsiteY89" fmla="*/ 2286682 h 6858000"/>
                  <a:gd name="connsiteX90" fmla="*/ 1070522 w 1339053"/>
                  <a:gd name="connsiteY90" fmla="*/ 2388667 h 6858000"/>
                  <a:gd name="connsiteX91" fmla="*/ 1093939 w 1339053"/>
                  <a:gd name="connsiteY91" fmla="*/ 2494653 h 6858000"/>
                  <a:gd name="connsiteX92" fmla="*/ 1112007 w 1339053"/>
                  <a:gd name="connsiteY92" fmla="*/ 2548197 h 6858000"/>
                  <a:gd name="connsiteX93" fmla="*/ 1138346 w 1339053"/>
                  <a:gd name="connsiteY93" fmla="*/ 2649163 h 6858000"/>
                  <a:gd name="connsiteX94" fmla="*/ 1160337 w 1339053"/>
                  <a:gd name="connsiteY94" fmla="*/ 2751608 h 6858000"/>
                  <a:gd name="connsiteX95" fmla="*/ 1165737 w 1339053"/>
                  <a:gd name="connsiteY95" fmla="*/ 2933012 h 6858000"/>
                  <a:gd name="connsiteX96" fmla="*/ 1202029 w 1339053"/>
                  <a:gd name="connsiteY96" fmla="*/ 3107873 h 6858000"/>
                  <a:gd name="connsiteX97" fmla="*/ 1225692 w 1339053"/>
                  <a:gd name="connsiteY97" fmla="*/ 3244974 h 6858000"/>
                  <a:gd name="connsiteX98" fmla="*/ 1243916 w 1339053"/>
                  <a:gd name="connsiteY98" fmla="*/ 3326221 h 6858000"/>
                  <a:gd name="connsiteX99" fmla="*/ 1293067 w 1339053"/>
                  <a:gd name="connsiteY99" fmla="*/ 3480219 h 6858000"/>
                  <a:gd name="connsiteX100" fmla="*/ 1308071 w 1339053"/>
                  <a:gd name="connsiteY100" fmla="*/ 3585182 h 6858000"/>
                  <a:gd name="connsiteX101" fmla="*/ 1295962 w 1339053"/>
                  <a:gd name="connsiteY101" fmla="*/ 3584708 h 6858000"/>
                  <a:gd name="connsiteX102" fmla="*/ 1118893 w 1339053"/>
                  <a:gd name="connsiteY102" fmla="*/ 3568330 h 6858000"/>
                  <a:gd name="connsiteX103" fmla="*/ 1094179 w 1339053"/>
                  <a:gd name="connsiteY103" fmla="*/ 3567566 h 6858000"/>
                  <a:gd name="connsiteX104" fmla="*/ 922719 w 1339053"/>
                  <a:gd name="connsiteY104" fmla="*/ 3516472 h 6858000"/>
                  <a:gd name="connsiteX105" fmla="*/ 877028 w 1339053"/>
                  <a:gd name="connsiteY105" fmla="*/ 3490955 h 6858000"/>
                  <a:gd name="connsiteX106" fmla="*/ 850533 w 1339053"/>
                  <a:gd name="connsiteY106" fmla="*/ 3481837 h 6858000"/>
                  <a:gd name="connsiteX107" fmla="*/ 852113 w 1339053"/>
                  <a:gd name="connsiteY107" fmla="*/ 3461170 h 6858000"/>
                  <a:gd name="connsiteX108" fmla="*/ 831383 w 1339053"/>
                  <a:gd name="connsiteY108" fmla="*/ 3399179 h 6858000"/>
                  <a:gd name="connsiteX109" fmla="*/ 743141 w 1339053"/>
                  <a:gd name="connsiteY109" fmla="*/ 3320580 h 6858000"/>
                  <a:gd name="connsiteX110" fmla="*/ 713221 w 1339053"/>
                  <a:gd name="connsiteY110" fmla="*/ 3251241 h 6858000"/>
                  <a:gd name="connsiteX111" fmla="*/ 697098 w 1339053"/>
                  <a:gd name="connsiteY111" fmla="*/ 3202528 h 6858000"/>
                  <a:gd name="connsiteX112" fmla="*/ 664820 w 1339053"/>
                  <a:gd name="connsiteY112" fmla="*/ 3154190 h 6858000"/>
                  <a:gd name="connsiteX113" fmla="*/ 572501 w 1339053"/>
                  <a:gd name="connsiteY113" fmla="*/ 3087312 h 6858000"/>
                  <a:gd name="connsiteX114" fmla="*/ 497703 w 1339053"/>
                  <a:gd name="connsiteY114" fmla="*/ 3005243 h 6858000"/>
                  <a:gd name="connsiteX115" fmla="*/ 476984 w 1339053"/>
                  <a:gd name="connsiteY115" fmla="*/ 2892751 h 6858000"/>
                  <a:gd name="connsiteX116" fmla="*/ 468947 w 1339053"/>
                  <a:gd name="connsiteY116" fmla="*/ 2824527 h 6858000"/>
                  <a:gd name="connsiteX117" fmla="*/ 569138 w 1339053"/>
                  <a:gd name="connsiteY117" fmla="*/ 2595026 h 6858000"/>
                  <a:gd name="connsiteX118" fmla="*/ 645397 w 1339053"/>
                  <a:gd name="connsiteY118" fmla="*/ 2440808 h 6858000"/>
                  <a:gd name="connsiteX119" fmla="*/ 651820 w 1339053"/>
                  <a:gd name="connsiteY119" fmla="*/ 2384384 h 6858000"/>
                  <a:gd name="connsiteX120" fmla="*/ 612994 w 1339053"/>
                  <a:gd name="connsiteY120" fmla="*/ 2207332 h 6858000"/>
                  <a:gd name="connsiteX121" fmla="*/ 620894 w 1339053"/>
                  <a:gd name="connsiteY121" fmla="*/ 2046679 h 6858000"/>
                  <a:gd name="connsiteX122" fmla="*/ 644614 w 1339053"/>
                  <a:gd name="connsiteY122" fmla="*/ 1931265 h 6858000"/>
                  <a:gd name="connsiteX123" fmla="*/ 665994 w 1339053"/>
                  <a:gd name="connsiteY123" fmla="*/ 1832337 h 6858000"/>
                  <a:gd name="connsiteX124" fmla="*/ 678276 w 1339053"/>
                  <a:gd name="connsiteY124" fmla="*/ 1709437 h 6858000"/>
                  <a:gd name="connsiteX125" fmla="*/ 672955 w 1339053"/>
                  <a:gd name="connsiteY125" fmla="*/ 1636123 h 6858000"/>
                  <a:gd name="connsiteX126" fmla="*/ 668480 w 1339053"/>
                  <a:gd name="connsiteY126" fmla="*/ 1520749 h 6858000"/>
                  <a:gd name="connsiteX127" fmla="*/ 653920 w 1339053"/>
                  <a:gd name="connsiteY127" fmla="*/ 1399437 h 6858000"/>
                  <a:gd name="connsiteX128" fmla="*/ 612686 w 1339053"/>
                  <a:gd name="connsiteY128" fmla="*/ 1296979 h 6858000"/>
                  <a:gd name="connsiteX129" fmla="*/ 570220 w 1339053"/>
                  <a:gd name="connsiteY129" fmla="*/ 1235618 h 6858000"/>
                  <a:gd name="connsiteX130" fmla="*/ 529736 w 1339053"/>
                  <a:gd name="connsiteY130" fmla="*/ 1081752 h 6858000"/>
                  <a:gd name="connsiteX131" fmla="*/ 414305 w 1339053"/>
                  <a:gd name="connsiteY131" fmla="*/ 918292 h 6858000"/>
                  <a:gd name="connsiteX132" fmla="*/ 373924 w 1339053"/>
                  <a:gd name="connsiteY132" fmla="*/ 825689 h 6858000"/>
                  <a:gd name="connsiteX133" fmla="*/ 368949 w 1339053"/>
                  <a:gd name="connsiteY133" fmla="*/ 778726 h 6858000"/>
                  <a:gd name="connsiteX134" fmla="*/ 347020 w 1339053"/>
                  <a:gd name="connsiteY134" fmla="*/ 694643 h 6858000"/>
                  <a:gd name="connsiteX135" fmla="*/ 327478 w 1339053"/>
                  <a:gd name="connsiteY135" fmla="*/ 642898 h 6858000"/>
                  <a:gd name="connsiteX136" fmla="*/ 243468 w 1339053"/>
                  <a:gd name="connsiteY136" fmla="*/ 491960 h 6858000"/>
                  <a:gd name="connsiteX137" fmla="*/ 218930 w 1339053"/>
                  <a:gd name="connsiteY137" fmla="*/ 446010 h 6858000"/>
                  <a:gd name="connsiteX138" fmla="*/ 180614 w 1339053"/>
                  <a:gd name="connsiteY138" fmla="*/ 354892 h 6858000"/>
                  <a:gd name="connsiteX139" fmla="*/ 171988 w 1339053"/>
                  <a:gd name="connsiteY139" fmla="*/ 317521 h 6858000"/>
                  <a:gd name="connsiteX140" fmla="*/ 139875 w 1339053"/>
                  <a:gd name="connsiteY140" fmla="*/ 246378 h 6858000"/>
                  <a:gd name="connsiteX141" fmla="*/ 51499 w 1339053"/>
                  <a:gd name="connsiteY141" fmla="*/ 73211 h 6858000"/>
                  <a:gd name="connsiteX142" fmla="*/ 19690 w 1339053"/>
                  <a:gd name="connsiteY142" fmla="*/ 3662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</a:cxnLst>
                <a:rect l="l" t="t" r="r" b="b"/>
                <a:pathLst>
                  <a:path w="1339053" h="6858000">
                    <a:moveTo>
                      <a:pt x="850532" y="3481838"/>
                    </a:moveTo>
                    <a:lnTo>
                      <a:pt x="877027" y="3490955"/>
                    </a:lnTo>
                    <a:cubicBezTo>
                      <a:pt x="892941" y="3497986"/>
                      <a:pt x="908176" y="3506416"/>
                      <a:pt x="922718" y="3516472"/>
                    </a:cubicBezTo>
                    <a:cubicBezTo>
                      <a:pt x="967062" y="3547282"/>
                      <a:pt x="1027547" y="3564030"/>
                      <a:pt x="1094179" y="3567567"/>
                    </a:cubicBezTo>
                    <a:cubicBezTo>
                      <a:pt x="1102515" y="3567965"/>
                      <a:pt x="1113434" y="3565936"/>
                      <a:pt x="1118891" y="3568331"/>
                    </a:cubicBezTo>
                    <a:cubicBezTo>
                      <a:pt x="1180628" y="3594888"/>
                      <a:pt x="1237753" y="3586304"/>
                      <a:pt x="1295961" y="3584709"/>
                    </a:cubicBezTo>
                    <a:lnTo>
                      <a:pt x="1308070" y="3585183"/>
                    </a:lnTo>
                    <a:lnTo>
                      <a:pt x="1325263" y="3705453"/>
                    </a:lnTo>
                    <a:cubicBezTo>
                      <a:pt x="1328254" y="3727679"/>
                      <a:pt x="1331526" y="3749922"/>
                      <a:pt x="1334107" y="3772268"/>
                    </a:cubicBezTo>
                    <a:lnTo>
                      <a:pt x="1338203" y="3831076"/>
                    </a:lnTo>
                    <a:lnTo>
                      <a:pt x="1338805" y="3839709"/>
                    </a:lnTo>
                    <a:cubicBezTo>
                      <a:pt x="1339996" y="3932341"/>
                      <a:pt x="1336568" y="4025809"/>
                      <a:pt x="1335635" y="4118635"/>
                    </a:cubicBezTo>
                    <a:cubicBezTo>
                      <a:pt x="1335202" y="4148976"/>
                      <a:pt x="1338805" y="4178868"/>
                      <a:pt x="1337171" y="4209403"/>
                    </a:cubicBezTo>
                    <a:cubicBezTo>
                      <a:pt x="1335445" y="4242449"/>
                      <a:pt x="1327565" y="4276129"/>
                      <a:pt x="1325840" y="4309174"/>
                    </a:cubicBezTo>
                    <a:cubicBezTo>
                      <a:pt x="1322853" y="4364122"/>
                      <a:pt x="1323899" y="4418621"/>
                      <a:pt x="1321122" y="4473630"/>
                    </a:cubicBezTo>
                    <a:cubicBezTo>
                      <a:pt x="1315632" y="4579723"/>
                      <a:pt x="1309019" y="4685750"/>
                      <a:pt x="1302196" y="4791709"/>
                    </a:cubicBezTo>
                    <a:cubicBezTo>
                      <a:pt x="1300696" y="4814383"/>
                      <a:pt x="1294244" y="4837504"/>
                      <a:pt x="1293239" y="4860048"/>
                    </a:cubicBezTo>
                    <a:cubicBezTo>
                      <a:pt x="1290785" y="4919957"/>
                      <a:pt x="1289660" y="4979994"/>
                      <a:pt x="1288829" y="5039837"/>
                    </a:cubicBezTo>
                    <a:cubicBezTo>
                      <a:pt x="1288401" y="5076103"/>
                      <a:pt x="1290512" y="5112310"/>
                      <a:pt x="1289584" y="5148703"/>
                    </a:cubicBezTo>
                    <a:cubicBezTo>
                      <a:pt x="1288845" y="5177820"/>
                      <a:pt x="1286193" y="5207193"/>
                      <a:pt x="1282205" y="5236435"/>
                    </a:cubicBezTo>
                    <a:cubicBezTo>
                      <a:pt x="1278784" y="5261619"/>
                      <a:pt x="1270649" y="5286477"/>
                      <a:pt x="1268145" y="5311662"/>
                    </a:cubicBezTo>
                    <a:cubicBezTo>
                      <a:pt x="1261308" y="5379812"/>
                      <a:pt x="1256387" y="5447703"/>
                      <a:pt x="1250547" y="5515595"/>
                    </a:cubicBezTo>
                    <a:cubicBezTo>
                      <a:pt x="1248113" y="5542776"/>
                      <a:pt x="1244054" y="5570023"/>
                      <a:pt x="1243323" y="5596885"/>
                    </a:cubicBezTo>
                    <a:cubicBezTo>
                      <a:pt x="1241082" y="5668709"/>
                      <a:pt x="1241668" y="5740276"/>
                      <a:pt x="1238303" y="5812036"/>
                    </a:cubicBezTo>
                    <a:cubicBezTo>
                      <a:pt x="1235508" y="5871554"/>
                      <a:pt x="1228259" y="5931392"/>
                      <a:pt x="1223551" y="5991171"/>
                    </a:cubicBezTo>
                    <a:cubicBezTo>
                      <a:pt x="1221675" y="6016549"/>
                      <a:pt x="1222415" y="6041609"/>
                      <a:pt x="1219699" y="6066726"/>
                    </a:cubicBezTo>
                    <a:cubicBezTo>
                      <a:pt x="1213776" y="6123024"/>
                      <a:pt x="1205938" y="6179576"/>
                      <a:pt x="1199935" y="6236130"/>
                    </a:cubicBezTo>
                    <a:cubicBezTo>
                      <a:pt x="1196614" y="6268403"/>
                      <a:pt x="1198425" y="6301127"/>
                      <a:pt x="1192857" y="6333267"/>
                    </a:cubicBezTo>
                    <a:cubicBezTo>
                      <a:pt x="1179603" y="6409590"/>
                      <a:pt x="1163470" y="6485591"/>
                      <a:pt x="1148174" y="6561849"/>
                    </a:cubicBezTo>
                    <a:cubicBezTo>
                      <a:pt x="1132370" y="6640486"/>
                      <a:pt x="1117066" y="6719000"/>
                      <a:pt x="1100424" y="6797385"/>
                    </a:cubicBezTo>
                    <a:lnTo>
                      <a:pt x="1085621" y="6858000"/>
                    </a:lnTo>
                    <a:lnTo>
                      <a:pt x="932341" y="6858000"/>
                    </a:lnTo>
                    <a:lnTo>
                      <a:pt x="944496" y="6829656"/>
                    </a:lnTo>
                    <a:cubicBezTo>
                      <a:pt x="964836" y="6776399"/>
                      <a:pt x="953622" y="6744439"/>
                      <a:pt x="913239" y="6720119"/>
                    </a:cubicBezTo>
                    <a:cubicBezTo>
                      <a:pt x="890880" y="6706443"/>
                      <a:pt x="866986" y="6690318"/>
                      <a:pt x="870682" y="6655346"/>
                    </a:cubicBezTo>
                    <a:cubicBezTo>
                      <a:pt x="876846" y="6598274"/>
                      <a:pt x="889503" y="6540954"/>
                      <a:pt x="846442" y="6498594"/>
                    </a:cubicBezTo>
                    <a:cubicBezTo>
                      <a:pt x="862273" y="6487399"/>
                      <a:pt x="871751" y="6480449"/>
                      <a:pt x="881150" y="6473756"/>
                    </a:cubicBezTo>
                    <a:cubicBezTo>
                      <a:pt x="907245" y="6455292"/>
                      <a:pt x="930705" y="6407516"/>
                      <a:pt x="922470" y="6377035"/>
                    </a:cubicBezTo>
                    <a:cubicBezTo>
                      <a:pt x="910652" y="6332192"/>
                      <a:pt x="925705" y="6299028"/>
                      <a:pt x="955039" y="6268585"/>
                    </a:cubicBezTo>
                    <a:cubicBezTo>
                      <a:pt x="1003777" y="6217606"/>
                      <a:pt x="1017630" y="6148240"/>
                      <a:pt x="1024350" y="6083443"/>
                    </a:cubicBezTo>
                    <a:cubicBezTo>
                      <a:pt x="1029590" y="6034553"/>
                      <a:pt x="1028255" y="5980246"/>
                      <a:pt x="999696" y="5938416"/>
                    </a:cubicBezTo>
                    <a:cubicBezTo>
                      <a:pt x="990505" y="5925141"/>
                      <a:pt x="991039" y="5901884"/>
                      <a:pt x="988342" y="5882426"/>
                    </a:cubicBezTo>
                    <a:cubicBezTo>
                      <a:pt x="986229" y="5866254"/>
                      <a:pt x="984774" y="5849442"/>
                      <a:pt x="985444" y="5832438"/>
                    </a:cubicBezTo>
                    <a:cubicBezTo>
                      <a:pt x="986010" y="5814273"/>
                      <a:pt x="985042" y="5793656"/>
                      <a:pt x="992016" y="5777751"/>
                    </a:cubicBezTo>
                    <a:cubicBezTo>
                      <a:pt x="1012886" y="5729456"/>
                      <a:pt x="1014467" y="5686488"/>
                      <a:pt x="995028" y="5641832"/>
                    </a:cubicBezTo>
                    <a:cubicBezTo>
                      <a:pt x="984984" y="5618696"/>
                      <a:pt x="974301" y="5585771"/>
                      <a:pt x="981247" y="5562522"/>
                    </a:cubicBezTo>
                    <a:cubicBezTo>
                      <a:pt x="998041" y="5505913"/>
                      <a:pt x="997454" y="5454379"/>
                      <a:pt x="995131" y="5398075"/>
                    </a:cubicBezTo>
                    <a:cubicBezTo>
                      <a:pt x="993724" y="5361807"/>
                      <a:pt x="997229" y="5322258"/>
                      <a:pt x="997379" y="5283928"/>
                    </a:cubicBezTo>
                    <a:cubicBezTo>
                      <a:pt x="997473" y="5239095"/>
                      <a:pt x="1006631" y="5193105"/>
                      <a:pt x="979617" y="5157396"/>
                    </a:cubicBezTo>
                    <a:cubicBezTo>
                      <a:pt x="976728" y="5153402"/>
                      <a:pt x="978724" y="5144705"/>
                      <a:pt x="976441" y="5139485"/>
                    </a:cubicBezTo>
                    <a:cubicBezTo>
                      <a:pt x="969619" y="5122991"/>
                      <a:pt x="964828" y="5102888"/>
                      <a:pt x="953793" y="5091862"/>
                    </a:cubicBezTo>
                    <a:cubicBezTo>
                      <a:pt x="921506" y="5059884"/>
                      <a:pt x="886609" y="5031900"/>
                      <a:pt x="853056" y="5001787"/>
                    </a:cubicBezTo>
                    <a:cubicBezTo>
                      <a:pt x="845882" y="4995337"/>
                      <a:pt x="836325" y="4988437"/>
                      <a:pt x="833979" y="4978966"/>
                    </a:cubicBezTo>
                    <a:cubicBezTo>
                      <a:pt x="820602" y="4924328"/>
                      <a:pt x="808509" y="4869239"/>
                      <a:pt x="796995" y="4813768"/>
                    </a:cubicBezTo>
                    <a:cubicBezTo>
                      <a:pt x="792418" y="4791474"/>
                      <a:pt x="803209" y="4777314"/>
                      <a:pt x="820590" y="4764057"/>
                    </a:cubicBezTo>
                    <a:cubicBezTo>
                      <a:pt x="837188" y="4751123"/>
                      <a:pt x="855398" y="4734452"/>
                      <a:pt x="864688" y="4714752"/>
                    </a:cubicBezTo>
                    <a:cubicBezTo>
                      <a:pt x="883062" y="4675275"/>
                      <a:pt x="897521" y="4632902"/>
                      <a:pt x="910485" y="4590911"/>
                    </a:cubicBezTo>
                    <a:cubicBezTo>
                      <a:pt x="915338" y="4575199"/>
                      <a:pt x="912978" y="4556131"/>
                      <a:pt x="911445" y="4539571"/>
                    </a:cubicBezTo>
                    <a:cubicBezTo>
                      <a:pt x="908527" y="4508200"/>
                      <a:pt x="900999" y="4477659"/>
                      <a:pt x="900285" y="4445837"/>
                    </a:cubicBezTo>
                    <a:cubicBezTo>
                      <a:pt x="899539" y="4408923"/>
                      <a:pt x="887958" y="4383340"/>
                      <a:pt x="863237" y="4364703"/>
                    </a:cubicBezTo>
                    <a:cubicBezTo>
                      <a:pt x="826431" y="4336971"/>
                      <a:pt x="808536" y="4292507"/>
                      <a:pt x="798070" y="4243284"/>
                    </a:cubicBezTo>
                    <a:cubicBezTo>
                      <a:pt x="784617" y="4180721"/>
                      <a:pt x="805728" y="4117545"/>
                      <a:pt x="817097" y="4054750"/>
                    </a:cubicBezTo>
                    <a:cubicBezTo>
                      <a:pt x="821537" y="4030724"/>
                      <a:pt x="826632" y="4006057"/>
                      <a:pt x="826251" y="3982801"/>
                    </a:cubicBezTo>
                    <a:cubicBezTo>
                      <a:pt x="825347" y="3916709"/>
                      <a:pt x="825150" y="3850833"/>
                      <a:pt x="836848" y="3784939"/>
                    </a:cubicBezTo>
                    <a:lnTo>
                      <a:pt x="841285" y="3766755"/>
                    </a:lnTo>
                    <a:lnTo>
                      <a:pt x="841284" y="3766755"/>
                    </a:lnTo>
                    <a:lnTo>
                      <a:pt x="852925" y="3719034"/>
                    </a:lnTo>
                    <a:cubicBezTo>
                      <a:pt x="855152" y="3711822"/>
                      <a:pt x="856753" y="3704413"/>
                      <a:pt x="857932" y="3696880"/>
                    </a:cubicBezTo>
                    <a:cubicBezTo>
                      <a:pt x="868683" y="3631632"/>
                      <a:pt x="885300" y="3565939"/>
                      <a:pt x="853534" y="3507036"/>
                    </a:cubicBezTo>
                    <a:cubicBezTo>
                      <a:pt x="850623" y="3501622"/>
                      <a:pt x="849992" y="3494020"/>
                      <a:pt x="850226" y="3485839"/>
                    </a:cubicBezTo>
                    <a:close/>
                    <a:moveTo>
                      <a:pt x="0" y="0"/>
                    </a:moveTo>
                    <a:lnTo>
                      <a:pt x="455609" y="0"/>
                    </a:lnTo>
                    <a:lnTo>
                      <a:pt x="459171" y="72395"/>
                    </a:lnTo>
                    <a:cubicBezTo>
                      <a:pt x="459671" y="92301"/>
                      <a:pt x="456894" y="113171"/>
                      <a:pt x="460041" y="131917"/>
                    </a:cubicBezTo>
                    <a:cubicBezTo>
                      <a:pt x="474213" y="218122"/>
                      <a:pt x="492031" y="302910"/>
                      <a:pt x="504421" y="389691"/>
                    </a:cubicBezTo>
                    <a:cubicBezTo>
                      <a:pt x="517349" y="479177"/>
                      <a:pt x="539516" y="562489"/>
                      <a:pt x="582097" y="634609"/>
                    </a:cubicBezTo>
                    <a:cubicBezTo>
                      <a:pt x="621686" y="701573"/>
                      <a:pt x="662589" y="767248"/>
                      <a:pt x="702468" y="834019"/>
                    </a:cubicBezTo>
                    <a:cubicBezTo>
                      <a:pt x="712587" y="850968"/>
                      <a:pt x="725536" y="867665"/>
                      <a:pt x="729203" y="887701"/>
                    </a:cubicBezTo>
                    <a:cubicBezTo>
                      <a:pt x="736973" y="929321"/>
                      <a:pt x="740155" y="973193"/>
                      <a:pt x="743787" y="1016355"/>
                    </a:cubicBezTo>
                    <a:cubicBezTo>
                      <a:pt x="746786" y="1053398"/>
                      <a:pt x="745800" y="1091467"/>
                      <a:pt x="750083" y="1128060"/>
                    </a:cubicBezTo>
                    <a:cubicBezTo>
                      <a:pt x="753428" y="1157309"/>
                      <a:pt x="762038" y="1185083"/>
                      <a:pt x="768866" y="1213431"/>
                    </a:cubicBezTo>
                    <a:cubicBezTo>
                      <a:pt x="774767" y="1238107"/>
                      <a:pt x="778357" y="1264327"/>
                      <a:pt x="787802" y="1286432"/>
                    </a:cubicBezTo>
                    <a:cubicBezTo>
                      <a:pt x="810582" y="1340304"/>
                      <a:pt x="832653" y="1394242"/>
                      <a:pt x="842837" y="1455511"/>
                    </a:cubicBezTo>
                    <a:cubicBezTo>
                      <a:pt x="853049" y="1515944"/>
                      <a:pt x="867276" y="1574511"/>
                      <a:pt x="877988" y="1634814"/>
                    </a:cubicBezTo>
                    <a:cubicBezTo>
                      <a:pt x="888390" y="1693895"/>
                      <a:pt x="902813" y="1748857"/>
                      <a:pt x="941063" y="1789731"/>
                    </a:cubicBezTo>
                    <a:cubicBezTo>
                      <a:pt x="957906" y="1807908"/>
                      <a:pt x="975122" y="1831564"/>
                      <a:pt x="980124" y="1857657"/>
                    </a:cubicBezTo>
                    <a:cubicBezTo>
                      <a:pt x="987207" y="1894833"/>
                      <a:pt x="980788" y="1937150"/>
                      <a:pt x="984484" y="1976384"/>
                    </a:cubicBezTo>
                    <a:cubicBezTo>
                      <a:pt x="988781" y="2022576"/>
                      <a:pt x="988793" y="2074493"/>
                      <a:pt x="1007189" y="2110650"/>
                    </a:cubicBezTo>
                    <a:cubicBezTo>
                      <a:pt x="1023612" y="2142809"/>
                      <a:pt x="1034723" y="2173610"/>
                      <a:pt x="1039893" y="2211041"/>
                    </a:cubicBezTo>
                    <a:cubicBezTo>
                      <a:pt x="1043484" y="2237261"/>
                      <a:pt x="1057690" y="2260269"/>
                      <a:pt x="1059162" y="2286682"/>
                    </a:cubicBezTo>
                    <a:cubicBezTo>
                      <a:pt x="1061252" y="2321469"/>
                      <a:pt x="1060754" y="2355740"/>
                      <a:pt x="1070522" y="2388667"/>
                    </a:cubicBezTo>
                    <a:cubicBezTo>
                      <a:pt x="1080600" y="2422815"/>
                      <a:pt x="1085513" y="2459602"/>
                      <a:pt x="1093939" y="2494653"/>
                    </a:cubicBezTo>
                    <a:cubicBezTo>
                      <a:pt x="1098500" y="2513273"/>
                      <a:pt x="1106866" y="2529964"/>
                      <a:pt x="1112007" y="2548197"/>
                    </a:cubicBezTo>
                    <a:cubicBezTo>
                      <a:pt x="1121409" y="2581573"/>
                      <a:pt x="1130232" y="2615336"/>
                      <a:pt x="1138346" y="2649163"/>
                    </a:cubicBezTo>
                    <a:cubicBezTo>
                      <a:pt x="1146465" y="2682988"/>
                      <a:pt x="1157699" y="2716368"/>
                      <a:pt x="1160337" y="2751608"/>
                    </a:cubicBezTo>
                    <a:cubicBezTo>
                      <a:pt x="1164714" y="2811646"/>
                      <a:pt x="1159211" y="2873999"/>
                      <a:pt x="1165737" y="2933012"/>
                    </a:cubicBezTo>
                    <a:cubicBezTo>
                      <a:pt x="1172445" y="2992925"/>
                      <a:pt x="1185964" y="3051556"/>
                      <a:pt x="1202029" y="3107873"/>
                    </a:cubicBezTo>
                    <a:cubicBezTo>
                      <a:pt x="1214635" y="3152396"/>
                      <a:pt x="1227749" y="3194534"/>
                      <a:pt x="1225692" y="3244974"/>
                    </a:cubicBezTo>
                    <a:cubicBezTo>
                      <a:pt x="1224565" y="3273123"/>
                      <a:pt x="1231196" y="3305079"/>
                      <a:pt x="1243916" y="3326221"/>
                    </a:cubicBezTo>
                    <a:cubicBezTo>
                      <a:pt x="1271701" y="3372044"/>
                      <a:pt x="1285247" y="3423911"/>
                      <a:pt x="1293067" y="3480219"/>
                    </a:cubicBezTo>
                    <a:lnTo>
                      <a:pt x="1308071" y="3585182"/>
                    </a:lnTo>
                    <a:lnTo>
                      <a:pt x="1295962" y="3584708"/>
                    </a:lnTo>
                    <a:cubicBezTo>
                      <a:pt x="1237754" y="3586303"/>
                      <a:pt x="1180629" y="3594888"/>
                      <a:pt x="1118893" y="3568330"/>
                    </a:cubicBezTo>
                    <a:cubicBezTo>
                      <a:pt x="1113435" y="3565936"/>
                      <a:pt x="1102517" y="3567964"/>
                      <a:pt x="1094179" y="3567566"/>
                    </a:cubicBezTo>
                    <a:cubicBezTo>
                      <a:pt x="1027548" y="3564029"/>
                      <a:pt x="967064" y="3547281"/>
                      <a:pt x="922719" y="3516472"/>
                    </a:cubicBezTo>
                    <a:cubicBezTo>
                      <a:pt x="908178" y="3506414"/>
                      <a:pt x="892942" y="3497984"/>
                      <a:pt x="877028" y="3490955"/>
                    </a:cubicBezTo>
                    <a:lnTo>
                      <a:pt x="850533" y="3481837"/>
                    </a:lnTo>
                    <a:lnTo>
                      <a:pt x="852113" y="3461170"/>
                    </a:lnTo>
                    <a:cubicBezTo>
                      <a:pt x="854391" y="3434500"/>
                      <a:pt x="848474" y="3414331"/>
                      <a:pt x="831383" y="3399179"/>
                    </a:cubicBezTo>
                    <a:cubicBezTo>
                      <a:pt x="801767" y="3373388"/>
                      <a:pt x="773654" y="3344957"/>
                      <a:pt x="743141" y="3320580"/>
                    </a:cubicBezTo>
                    <a:cubicBezTo>
                      <a:pt x="722236" y="3303685"/>
                      <a:pt x="714543" y="3281842"/>
                      <a:pt x="713221" y="3251241"/>
                    </a:cubicBezTo>
                    <a:cubicBezTo>
                      <a:pt x="712555" y="3234106"/>
                      <a:pt x="704768" y="3217029"/>
                      <a:pt x="697098" y="3202528"/>
                    </a:cubicBezTo>
                    <a:cubicBezTo>
                      <a:pt x="687845" y="3184997"/>
                      <a:pt x="672212" y="3172554"/>
                      <a:pt x="664820" y="3154190"/>
                    </a:cubicBezTo>
                    <a:cubicBezTo>
                      <a:pt x="646169" y="3109209"/>
                      <a:pt x="616744" y="3087991"/>
                      <a:pt x="572501" y="3087312"/>
                    </a:cubicBezTo>
                    <a:cubicBezTo>
                      <a:pt x="533259" y="3086763"/>
                      <a:pt x="493731" y="3044085"/>
                      <a:pt x="497703" y="3005243"/>
                    </a:cubicBezTo>
                    <a:cubicBezTo>
                      <a:pt x="502030" y="2962279"/>
                      <a:pt x="490540" y="2928257"/>
                      <a:pt x="476984" y="2892751"/>
                    </a:cubicBezTo>
                    <a:cubicBezTo>
                      <a:pt x="469363" y="2872905"/>
                      <a:pt x="465404" y="2847135"/>
                      <a:pt x="468947" y="2824527"/>
                    </a:cubicBezTo>
                    <a:cubicBezTo>
                      <a:pt x="482188" y="2738605"/>
                      <a:pt x="520979" y="2665650"/>
                      <a:pt x="569138" y="2595026"/>
                    </a:cubicBezTo>
                    <a:cubicBezTo>
                      <a:pt x="600577" y="2548865"/>
                      <a:pt x="622260" y="2493483"/>
                      <a:pt x="645397" y="2440808"/>
                    </a:cubicBezTo>
                    <a:cubicBezTo>
                      <a:pt x="652529" y="2424387"/>
                      <a:pt x="655029" y="2401457"/>
                      <a:pt x="651820" y="2384384"/>
                    </a:cubicBezTo>
                    <a:cubicBezTo>
                      <a:pt x="640949" y="2324596"/>
                      <a:pt x="629163" y="2264805"/>
                      <a:pt x="612994" y="2207332"/>
                    </a:cubicBezTo>
                    <a:cubicBezTo>
                      <a:pt x="597678" y="2153787"/>
                      <a:pt x="601053" y="2099808"/>
                      <a:pt x="620894" y="2046679"/>
                    </a:cubicBezTo>
                    <a:cubicBezTo>
                      <a:pt x="635367" y="2007977"/>
                      <a:pt x="641110" y="1970814"/>
                      <a:pt x="644614" y="1931265"/>
                    </a:cubicBezTo>
                    <a:cubicBezTo>
                      <a:pt x="647465" y="1898285"/>
                      <a:pt x="653360" y="1862859"/>
                      <a:pt x="665994" y="1832337"/>
                    </a:cubicBezTo>
                    <a:cubicBezTo>
                      <a:pt x="683779" y="1789578"/>
                      <a:pt x="688928" y="1751381"/>
                      <a:pt x="678276" y="1709437"/>
                    </a:cubicBezTo>
                    <a:cubicBezTo>
                      <a:pt x="672576" y="1687079"/>
                      <a:pt x="673987" y="1660990"/>
                      <a:pt x="672955" y="1636123"/>
                    </a:cubicBezTo>
                    <a:cubicBezTo>
                      <a:pt x="671272" y="1597795"/>
                      <a:pt x="671867" y="1558758"/>
                      <a:pt x="668480" y="1520749"/>
                    </a:cubicBezTo>
                    <a:cubicBezTo>
                      <a:pt x="665050" y="1479903"/>
                      <a:pt x="655019" y="1440408"/>
                      <a:pt x="653920" y="1399437"/>
                    </a:cubicBezTo>
                    <a:cubicBezTo>
                      <a:pt x="652652" y="1355309"/>
                      <a:pt x="639893" y="1323154"/>
                      <a:pt x="612686" y="1296979"/>
                    </a:cubicBezTo>
                    <a:cubicBezTo>
                      <a:pt x="595576" y="1280408"/>
                      <a:pt x="578401" y="1259588"/>
                      <a:pt x="570220" y="1235618"/>
                    </a:cubicBezTo>
                    <a:cubicBezTo>
                      <a:pt x="553631" y="1186194"/>
                      <a:pt x="545669" y="1131821"/>
                      <a:pt x="529736" y="1081752"/>
                    </a:cubicBezTo>
                    <a:cubicBezTo>
                      <a:pt x="507466" y="1011390"/>
                      <a:pt x="481332" y="944631"/>
                      <a:pt x="414305" y="918292"/>
                    </a:cubicBezTo>
                    <a:cubicBezTo>
                      <a:pt x="377314" y="903769"/>
                      <a:pt x="368843" y="874065"/>
                      <a:pt x="373924" y="825689"/>
                    </a:cubicBezTo>
                    <a:cubicBezTo>
                      <a:pt x="375689" y="809590"/>
                      <a:pt x="376722" y="786203"/>
                      <a:pt x="368949" y="778726"/>
                    </a:cubicBezTo>
                    <a:cubicBezTo>
                      <a:pt x="345838" y="756354"/>
                      <a:pt x="349308" y="725824"/>
                      <a:pt x="347020" y="694643"/>
                    </a:cubicBezTo>
                    <a:cubicBezTo>
                      <a:pt x="345704" y="675894"/>
                      <a:pt x="339306" y="651346"/>
                      <a:pt x="327478" y="642898"/>
                    </a:cubicBezTo>
                    <a:cubicBezTo>
                      <a:pt x="279698" y="608395"/>
                      <a:pt x="263590" y="549247"/>
                      <a:pt x="243468" y="491960"/>
                    </a:cubicBezTo>
                    <a:cubicBezTo>
                      <a:pt x="237433" y="475142"/>
                      <a:pt x="230250" y="456843"/>
                      <a:pt x="218930" y="446010"/>
                    </a:cubicBezTo>
                    <a:cubicBezTo>
                      <a:pt x="194433" y="422927"/>
                      <a:pt x="180036" y="395344"/>
                      <a:pt x="180614" y="354892"/>
                    </a:cubicBezTo>
                    <a:cubicBezTo>
                      <a:pt x="180923" y="342010"/>
                      <a:pt x="176523" y="328798"/>
                      <a:pt x="171988" y="317521"/>
                    </a:cubicBezTo>
                    <a:cubicBezTo>
                      <a:pt x="162052" y="293291"/>
                      <a:pt x="148442" y="271315"/>
                      <a:pt x="139875" y="246378"/>
                    </a:cubicBezTo>
                    <a:cubicBezTo>
                      <a:pt x="117577" y="182780"/>
                      <a:pt x="95749" y="119890"/>
                      <a:pt x="51499" y="73211"/>
                    </a:cubicBezTo>
                    <a:cubicBezTo>
                      <a:pt x="40691" y="61834"/>
                      <a:pt x="29467" y="49763"/>
                      <a:pt x="19690" y="3662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A2432BD6-3DCC-4397-BD7F-3FE84F3210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748588" y="0"/>
                <a:ext cx="1339053" cy="6858000"/>
              </a:xfrm>
              <a:custGeom>
                <a:avLst/>
                <a:gdLst>
                  <a:gd name="connsiteX0" fmla="*/ 850532 w 1339053"/>
                  <a:gd name="connsiteY0" fmla="*/ 3481838 h 6858000"/>
                  <a:gd name="connsiteX1" fmla="*/ 877027 w 1339053"/>
                  <a:gd name="connsiteY1" fmla="*/ 3490955 h 6858000"/>
                  <a:gd name="connsiteX2" fmla="*/ 922718 w 1339053"/>
                  <a:gd name="connsiteY2" fmla="*/ 3516472 h 6858000"/>
                  <a:gd name="connsiteX3" fmla="*/ 1094179 w 1339053"/>
                  <a:gd name="connsiteY3" fmla="*/ 3567567 h 6858000"/>
                  <a:gd name="connsiteX4" fmla="*/ 1118891 w 1339053"/>
                  <a:gd name="connsiteY4" fmla="*/ 3568331 h 6858000"/>
                  <a:gd name="connsiteX5" fmla="*/ 1295961 w 1339053"/>
                  <a:gd name="connsiteY5" fmla="*/ 3584709 h 6858000"/>
                  <a:gd name="connsiteX6" fmla="*/ 1308070 w 1339053"/>
                  <a:gd name="connsiteY6" fmla="*/ 3585183 h 6858000"/>
                  <a:gd name="connsiteX7" fmla="*/ 1325263 w 1339053"/>
                  <a:gd name="connsiteY7" fmla="*/ 3705453 h 6858000"/>
                  <a:gd name="connsiteX8" fmla="*/ 1334107 w 1339053"/>
                  <a:gd name="connsiteY8" fmla="*/ 3772268 h 6858000"/>
                  <a:gd name="connsiteX9" fmla="*/ 1338203 w 1339053"/>
                  <a:gd name="connsiteY9" fmla="*/ 3831076 h 6858000"/>
                  <a:gd name="connsiteX10" fmla="*/ 1338805 w 1339053"/>
                  <a:gd name="connsiteY10" fmla="*/ 3839709 h 6858000"/>
                  <a:gd name="connsiteX11" fmla="*/ 1335635 w 1339053"/>
                  <a:gd name="connsiteY11" fmla="*/ 4118635 h 6858000"/>
                  <a:gd name="connsiteX12" fmla="*/ 1337171 w 1339053"/>
                  <a:gd name="connsiteY12" fmla="*/ 4209403 h 6858000"/>
                  <a:gd name="connsiteX13" fmla="*/ 1325840 w 1339053"/>
                  <a:gd name="connsiteY13" fmla="*/ 4309174 h 6858000"/>
                  <a:gd name="connsiteX14" fmla="*/ 1321122 w 1339053"/>
                  <a:gd name="connsiteY14" fmla="*/ 4473630 h 6858000"/>
                  <a:gd name="connsiteX15" fmla="*/ 1302196 w 1339053"/>
                  <a:gd name="connsiteY15" fmla="*/ 4791709 h 6858000"/>
                  <a:gd name="connsiteX16" fmla="*/ 1293239 w 1339053"/>
                  <a:gd name="connsiteY16" fmla="*/ 4860048 h 6858000"/>
                  <a:gd name="connsiteX17" fmla="*/ 1288829 w 1339053"/>
                  <a:gd name="connsiteY17" fmla="*/ 5039837 h 6858000"/>
                  <a:gd name="connsiteX18" fmla="*/ 1289584 w 1339053"/>
                  <a:gd name="connsiteY18" fmla="*/ 5148703 h 6858000"/>
                  <a:gd name="connsiteX19" fmla="*/ 1282205 w 1339053"/>
                  <a:gd name="connsiteY19" fmla="*/ 5236435 h 6858000"/>
                  <a:gd name="connsiteX20" fmla="*/ 1268145 w 1339053"/>
                  <a:gd name="connsiteY20" fmla="*/ 5311662 h 6858000"/>
                  <a:gd name="connsiteX21" fmla="*/ 1250547 w 1339053"/>
                  <a:gd name="connsiteY21" fmla="*/ 5515595 h 6858000"/>
                  <a:gd name="connsiteX22" fmla="*/ 1243323 w 1339053"/>
                  <a:gd name="connsiteY22" fmla="*/ 5596885 h 6858000"/>
                  <a:gd name="connsiteX23" fmla="*/ 1238303 w 1339053"/>
                  <a:gd name="connsiteY23" fmla="*/ 5812036 h 6858000"/>
                  <a:gd name="connsiteX24" fmla="*/ 1223551 w 1339053"/>
                  <a:gd name="connsiteY24" fmla="*/ 5991171 h 6858000"/>
                  <a:gd name="connsiteX25" fmla="*/ 1219699 w 1339053"/>
                  <a:gd name="connsiteY25" fmla="*/ 6066726 h 6858000"/>
                  <a:gd name="connsiteX26" fmla="*/ 1199935 w 1339053"/>
                  <a:gd name="connsiteY26" fmla="*/ 6236130 h 6858000"/>
                  <a:gd name="connsiteX27" fmla="*/ 1192857 w 1339053"/>
                  <a:gd name="connsiteY27" fmla="*/ 6333267 h 6858000"/>
                  <a:gd name="connsiteX28" fmla="*/ 1148174 w 1339053"/>
                  <a:gd name="connsiteY28" fmla="*/ 6561849 h 6858000"/>
                  <a:gd name="connsiteX29" fmla="*/ 1100424 w 1339053"/>
                  <a:gd name="connsiteY29" fmla="*/ 6797385 h 6858000"/>
                  <a:gd name="connsiteX30" fmla="*/ 1085621 w 1339053"/>
                  <a:gd name="connsiteY30" fmla="*/ 6858000 h 6858000"/>
                  <a:gd name="connsiteX31" fmla="*/ 932341 w 1339053"/>
                  <a:gd name="connsiteY31" fmla="*/ 6858000 h 6858000"/>
                  <a:gd name="connsiteX32" fmla="*/ 944496 w 1339053"/>
                  <a:gd name="connsiteY32" fmla="*/ 6829656 h 6858000"/>
                  <a:gd name="connsiteX33" fmla="*/ 913239 w 1339053"/>
                  <a:gd name="connsiteY33" fmla="*/ 6720119 h 6858000"/>
                  <a:gd name="connsiteX34" fmla="*/ 870682 w 1339053"/>
                  <a:gd name="connsiteY34" fmla="*/ 6655346 h 6858000"/>
                  <a:gd name="connsiteX35" fmla="*/ 846442 w 1339053"/>
                  <a:gd name="connsiteY35" fmla="*/ 6498594 h 6858000"/>
                  <a:gd name="connsiteX36" fmla="*/ 881150 w 1339053"/>
                  <a:gd name="connsiteY36" fmla="*/ 6473756 h 6858000"/>
                  <a:gd name="connsiteX37" fmla="*/ 922470 w 1339053"/>
                  <a:gd name="connsiteY37" fmla="*/ 6377035 h 6858000"/>
                  <a:gd name="connsiteX38" fmla="*/ 955039 w 1339053"/>
                  <a:gd name="connsiteY38" fmla="*/ 6268585 h 6858000"/>
                  <a:gd name="connsiteX39" fmla="*/ 1024350 w 1339053"/>
                  <a:gd name="connsiteY39" fmla="*/ 6083443 h 6858000"/>
                  <a:gd name="connsiteX40" fmla="*/ 999696 w 1339053"/>
                  <a:gd name="connsiteY40" fmla="*/ 5938416 h 6858000"/>
                  <a:gd name="connsiteX41" fmla="*/ 988342 w 1339053"/>
                  <a:gd name="connsiteY41" fmla="*/ 5882426 h 6858000"/>
                  <a:gd name="connsiteX42" fmla="*/ 985444 w 1339053"/>
                  <a:gd name="connsiteY42" fmla="*/ 5832438 h 6858000"/>
                  <a:gd name="connsiteX43" fmla="*/ 992016 w 1339053"/>
                  <a:gd name="connsiteY43" fmla="*/ 5777751 h 6858000"/>
                  <a:gd name="connsiteX44" fmla="*/ 995028 w 1339053"/>
                  <a:gd name="connsiteY44" fmla="*/ 5641832 h 6858000"/>
                  <a:gd name="connsiteX45" fmla="*/ 981247 w 1339053"/>
                  <a:gd name="connsiteY45" fmla="*/ 5562522 h 6858000"/>
                  <a:gd name="connsiteX46" fmla="*/ 995131 w 1339053"/>
                  <a:gd name="connsiteY46" fmla="*/ 5398075 h 6858000"/>
                  <a:gd name="connsiteX47" fmla="*/ 997379 w 1339053"/>
                  <a:gd name="connsiteY47" fmla="*/ 5283928 h 6858000"/>
                  <a:gd name="connsiteX48" fmla="*/ 979617 w 1339053"/>
                  <a:gd name="connsiteY48" fmla="*/ 5157396 h 6858000"/>
                  <a:gd name="connsiteX49" fmla="*/ 976441 w 1339053"/>
                  <a:gd name="connsiteY49" fmla="*/ 5139485 h 6858000"/>
                  <a:gd name="connsiteX50" fmla="*/ 953793 w 1339053"/>
                  <a:gd name="connsiteY50" fmla="*/ 5091862 h 6858000"/>
                  <a:gd name="connsiteX51" fmla="*/ 853056 w 1339053"/>
                  <a:gd name="connsiteY51" fmla="*/ 5001787 h 6858000"/>
                  <a:gd name="connsiteX52" fmla="*/ 833979 w 1339053"/>
                  <a:gd name="connsiteY52" fmla="*/ 4978966 h 6858000"/>
                  <a:gd name="connsiteX53" fmla="*/ 796995 w 1339053"/>
                  <a:gd name="connsiteY53" fmla="*/ 4813768 h 6858000"/>
                  <a:gd name="connsiteX54" fmla="*/ 820590 w 1339053"/>
                  <a:gd name="connsiteY54" fmla="*/ 4764057 h 6858000"/>
                  <a:gd name="connsiteX55" fmla="*/ 864688 w 1339053"/>
                  <a:gd name="connsiteY55" fmla="*/ 4714752 h 6858000"/>
                  <a:gd name="connsiteX56" fmla="*/ 910485 w 1339053"/>
                  <a:gd name="connsiteY56" fmla="*/ 4590911 h 6858000"/>
                  <a:gd name="connsiteX57" fmla="*/ 911445 w 1339053"/>
                  <a:gd name="connsiteY57" fmla="*/ 4539571 h 6858000"/>
                  <a:gd name="connsiteX58" fmla="*/ 900285 w 1339053"/>
                  <a:gd name="connsiteY58" fmla="*/ 4445837 h 6858000"/>
                  <a:gd name="connsiteX59" fmla="*/ 863237 w 1339053"/>
                  <a:gd name="connsiteY59" fmla="*/ 4364703 h 6858000"/>
                  <a:gd name="connsiteX60" fmla="*/ 798070 w 1339053"/>
                  <a:gd name="connsiteY60" fmla="*/ 4243284 h 6858000"/>
                  <a:gd name="connsiteX61" fmla="*/ 817097 w 1339053"/>
                  <a:gd name="connsiteY61" fmla="*/ 4054750 h 6858000"/>
                  <a:gd name="connsiteX62" fmla="*/ 826251 w 1339053"/>
                  <a:gd name="connsiteY62" fmla="*/ 3982801 h 6858000"/>
                  <a:gd name="connsiteX63" fmla="*/ 836848 w 1339053"/>
                  <a:gd name="connsiteY63" fmla="*/ 3784939 h 6858000"/>
                  <a:gd name="connsiteX64" fmla="*/ 841285 w 1339053"/>
                  <a:gd name="connsiteY64" fmla="*/ 3766755 h 6858000"/>
                  <a:gd name="connsiteX65" fmla="*/ 841284 w 1339053"/>
                  <a:gd name="connsiteY65" fmla="*/ 3766755 h 6858000"/>
                  <a:gd name="connsiteX66" fmla="*/ 852925 w 1339053"/>
                  <a:gd name="connsiteY66" fmla="*/ 3719034 h 6858000"/>
                  <a:gd name="connsiteX67" fmla="*/ 857932 w 1339053"/>
                  <a:gd name="connsiteY67" fmla="*/ 3696880 h 6858000"/>
                  <a:gd name="connsiteX68" fmla="*/ 853534 w 1339053"/>
                  <a:gd name="connsiteY68" fmla="*/ 3507036 h 6858000"/>
                  <a:gd name="connsiteX69" fmla="*/ 850226 w 1339053"/>
                  <a:gd name="connsiteY69" fmla="*/ 3485839 h 6858000"/>
                  <a:gd name="connsiteX70" fmla="*/ 0 w 1339053"/>
                  <a:gd name="connsiteY70" fmla="*/ 0 h 6858000"/>
                  <a:gd name="connsiteX71" fmla="*/ 455609 w 1339053"/>
                  <a:gd name="connsiteY71" fmla="*/ 0 h 6858000"/>
                  <a:gd name="connsiteX72" fmla="*/ 459171 w 1339053"/>
                  <a:gd name="connsiteY72" fmla="*/ 72395 h 6858000"/>
                  <a:gd name="connsiteX73" fmla="*/ 460041 w 1339053"/>
                  <a:gd name="connsiteY73" fmla="*/ 131917 h 6858000"/>
                  <a:gd name="connsiteX74" fmla="*/ 504421 w 1339053"/>
                  <a:gd name="connsiteY74" fmla="*/ 389691 h 6858000"/>
                  <a:gd name="connsiteX75" fmla="*/ 582097 w 1339053"/>
                  <a:gd name="connsiteY75" fmla="*/ 634609 h 6858000"/>
                  <a:gd name="connsiteX76" fmla="*/ 702468 w 1339053"/>
                  <a:gd name="connsiteY76" fmla="*/ 834019 h 6858000"/>
                  <a:gd name="connsiteX77" fmla="*/ 729203 w 1339053"/>
                  <a:gd name="connsiteY77" fmla="*/ 887701 h 6858000"/>
                  <a:gd name="connsiteX78" fmla="*/ 743787 w 1339053"/>
                  <a:gd name="connsiteY78" fmla="*/ 1016355 h 6858000"/>
                  <a:gd name="connsiteX79" fmla="*/ 750083 w 1339053"/>
                  <a:gd name="connsiteY79" fmla="*/ 1128060 h 6858000"/>
                  <a:gd name="connsiteX80" fmla="*/ 768866 w 1339053"/>
                  <a:gd name="connsiteY80" fmla="*/ 1213431 h 6858000"/>
                  <a:gd name="connsiteX81" fmla="*/ 787802 w 1339053"/>
                  <a:gd name="connsiteY81" fmla="*/ 1286432 h 6858000"/>
                  <a:gd name="connsiteX82" fmla="*/ 842837 w 1339053"/>
                  <a:gd name="connsiteY82" fmla="*/ 1455511 h 6858000"/>
                  <a:gd name="connsiteX83" fmla="*/ 877988 w 1339053"/>
                  <a:gd name="connsiteY83" fmla="*/ 1634814 h 6858000"/>
                  <a:gd name="connsiteX84" fmla="*/ 941063 w 1339053"/>
                  <a:gd name="connsiteY84" fmla="*/ 1789731 h 6858000"/>
                  <a:gd name="connsiteX85" fmla="*/ 980124 w 1339053"/>
                  <a:gd name="connsiteY85" fmla="*/ 1857657 h 6858000"/>
                  <a:gd name="connsiteX86" fmla="*/ 984484 w 1339053"/>
                  <a:gd name="connsiteY86" fmla="*/ 1976384 h 6858000"/>
                  <a:gd name="connsiteX87" fmla="*/ 1007189 w 1339053"/>
                  <a:gd name="connsiteY87" fmla="*/ 2110650 h 6858000"/>
                  <a:gd name="connsiteX88" fmla="*/ 1039893 w 1339053"/>
                  <a:gd name="connsiteY88" fmla="*/ 2211041 h 6858000"/>
                  <a:gd name="connsiteX89" fmla="*/ 1059162 w 1339053"/>
                  <a:gd name="connsiteY89" fmla="*/ 2286682 h 6858000"/>
                  <a:gd name="connsiteX90" fmla="*/ 1070522 w 1339053"/>
                  <a:gd name="connsiteY90" fmla="*/ 2388667 h 6858000"/>
                  <a:gd name="connsiteX91" fmla="*/ 1093939 w 1339053"/>
                  <a:gd name="connsiteY91" fmla="*/ 2494653 h 6858000"/>
                  <a:gd name="connsiteX92" fmla="*/ 1112007 w 1339053"/>
                  <a:gd name="connsiteY92" fmla="*/ 2548197 h 6858000"/>
                  <a:gd name="connsiteX93" fmla="*/ 1138346 w 1339053"/>
                  <a:gd name="connsiteY93" fmla="*/ 2649163 h 6858000"/>
                  <a:gd name="connsiteX94" fmla="*/ 1160337 w 1339053"/>
                  <a:gd name="connsiteY94" fmla="*/ 2751608 h 6858000"/>
                  <a:gd name="connsiteX95" fmla="*/ 1165737 w 1339053"/>
                  <a:gd name="connsiteY95" fmla="*/ 2933012 h 6858000"/>
                  <a:gd name="connsiteX96" fmla="*/ 1202029 w 1339053"/>
                  <a:gd name="connsiteY96" fmla="*/ 3107873 h 6858000"/>
                  <a:gd name="connsiteX97" fmla="*/ 1225692 w 1339053"/>
                  <a:gd name="connsiteY97" fmla="*/ 3244974 h 6858000"/>
                  <a:gd name="connsiteX98" fmla="*/ 1243916 w 1339053"/>
                  <a:gd name="connsiteY98" fmla="*/ 3326221 h 6858000"/>
                  <a:gd name="connsiteX99" fmla="*/ 1293067 w 1339053"/>
                  <a:gd name="connsiteY99" fmla="*/ 3480219 h 6858000"/>
                  <a:gd name="connsiteX100" fmla="*/ 1308071 w 1339053"/>
                  <a:gd name="connsiteY100" fmla="*/ 3585182 h 6858000"/>
                  <a:gd name="connsiteX101" fmla="*/ 1295962 w 1339053"/>
                  <a:gd name="connsiteY101" fmla="*/ 3584708 h 6858000"/>
                  <a:gd name="connsiteX102" fmla="*/ 1118893 w 1339053"/>
                  <a:gd name="connsiteY102" fmla="*/ 3568330 h 6858000"/>
                  <a:gd name="connsiteX103" fmla="*/ 1094179 w 1339053"/>
                  <a:gd name="connsiteY103" fmla="*/ 3567566 h 6858000"/>
                  <a:gd name="connsiteX104" fmla="*/ 922719 w 1339053"/>
                  <a:gd name="connsiteY104" fmla="*/ 3516472 h 6858000"/>
                  <a:gd name="connsiteX105" fmla="*/ 877028 w 1339053"/>
                  <a:gd name="connsiteY105" fmla="*/ 3490955 h 6858000"/>
                  <a:gd name="connsiteX106" fmla="*/ 850533 w 1339053"/>
                  <a:gd name="connsiteY106" fmla="*/ 3481837 h 6858000"/>
                  <a:gd name="connsiteX107" fmla="*/ 852113 w 1339053"/>
                  <a:gd name="connsiteY107" fmla="*/ 3461170 h 6858000"/>
                  <a:gd name="connsiteX108" fmla="*/ 831383 w 1339053"/>
                  <a:gd name="connsiteY108" fmla="*/ 3399179 h 6858000"/>
                  <a:gd name="connsiteX109" fmla="*/ 743141 w 1339053"/>
                  <a:gd name="connsiteY109" fmla="*/ 3320580 h 6858000"/>
                  <a:gd name="connsiteX110" fmla="*/ 713221 w 1339053"/>
                  <a:gd name="connsiteY110" fmla="*/ 3251241 h 6858000"/>
                  <a:gd name="connsiteX111" fmla="*/ 697098 w 1339053"/>
                  <a:gd name="connsiteY111" fmla="*/ 3202528 h 6858000"/>
                  <a:gd name="connsiteX112" fmla="*/ 664820 w 1339053"/>
                  <a:gd name="connsiteY112" fmla="*/ 3154190 h 6858000"/>
                  <a:gd name="connsiteX113" fmla="*/ 572501 w 1339053"/>
                  <a:gd name="connsiteY113" fmla="*/ 3087312 h 6858000"/>
                  <a:gd name="connsiteX114" fmla="*/ 497703 w 1339053"/>
                  <a:gd name="connsiteY114" fmla="*/ 3005243 h 6858000"/>
                  <a:gd name="connsiteX115" fmla="*/ 476984 w 1339053"/>
                  <a:gd name="connsiteY115" fmla="*/ 2892751 h 6858000"/>
                  <a:gd name="connsiteX116" fmla="*/ 468947 w 1339053"/>
                  <a:gd name="connsiteY116" fmla="*/ 2824527 h 6858000"/>
                  <a:gd name="connsiteX117" fmla="*/ 569138 w 1339053"/>
                  <a:gd name="connsiteY117" fmla="*/ 2595026 h 6858000"/>
                  <a:gd name="connsiteX118" fmla="*/ 645397 w 1339053"/>
                  <a:gd name="connsiteY118" fmla="*/ 2440808 h 6858000"/>
                  <a:gd name="connsiteX119" fmla="*/ 651820 w 1339053"/>
                  <a:gd name="connsiteY119" fmla="*/ 2384384 h 6858000"/>
                  <a:gd name="connsiteX120" fmla="*/ 612994 w 1339053"/>
                  <a:gd name="connsiteY120" fmla="*/ 2207332 h 6858000"/>
                  <a:gd name="connsiteX121" fmla="*/ 620894 w 1339053"/>
                  <a:gd name="connsiteY121" fmla="*/ 2046679 h 6858000"/>
                  <a:gd name="connsiteX122" fmla="*/ 644614 w 1339053"/>
                  <a:gd name="connsiteY122" fmla="*/ 1931265 h 6858000"/>
                  <a:gd name="connsiteX123" fmla="*/ 665994 w 1339053"/>
                  <a:gd name="connsiteY123" fmla="*/ 1832337 h 6858000"/>
                  <a:gd name="connsiteX124" fmla="*/ 678276 w 1339053"/>
                  <a:gd name="connsiteY124" fmla="*/ 1709437 h 6858000"/>
                  <a:gd name="connsiteX125" fmla="*/ 672955 w 1339053"/>
                  <a:gd name="connsiteY125" fmla="*/ 1636123 h 6858000"/>
                  <a:gd name="connsiteX126" fmla="*/ 668480 w 1339053"/>
                  <a:gd name="connsiteY126" fmla="*/ 1520749 h 6858000"/>
                  <a:gd name="connsiteX127" fmla="*/ 653920 w 1339053"/>
                  <a:gd name="connsiteY127" fmla="*/ 1399437 h 6858000"/>
                  <a:gd name="connsiteX128" fmla="*/ 612686 w 1339053"/>
                  <a:gd name="connsiteY128" fmla="*/ 1296979 h 6858000"/>
                  <a:gd name="connsiteX129" fmla="*/ 570220 w 1339053"/>
                  <a:gd name="connsiteY129" fmla="*/ 1235618 h 6858000"/>
                  <a:gd name="connsiteX130" fmla="*/ 529736 w 1339053"/>
                  <a:gd name="connsiteY130" fmla="*/ 1081752 h 6858000"/>
                  <a:gd name="connsiteX131" fmla="*/ 414305 w 1339053"/>
                  <a:gd name="connsiteY131" fmla="*/ 918292 h 6858000"/>
                  <a:gd name="connsiteX132" fmla="*/ 373924 w 1339053"/>
                  <a:gd name="connsiteY132" fmla="*/ 825689 h 6858000"/>
                  <a:gd name="connsiteX133" fmla="*/ 368949 w 1339053"/>
                  <a:gd name="connsiteY133" fmla="*/ 778726 h 6858000"/>
                  <a:gd name="connsiteX134" fmla="*/ 347020 w 1339053"/>
                  <a:gd name="connsiteY134" fmla="*/ 694643 h 6858000"/>
                  <a:gd name="connsiteX135" fmla="*/ 327478 w 1339053"/>
                  <a:gd name="connsiteY135" fmla="*/ 642898 h 6858000"/>
                  <a:gd name="connsiteX136" fmla="*/ 243468 w 1339053"/>
                  <a:gd name="connsiteY136" fmla="*/ 491960 h 6858000"/>
                  <a:gd name="connsiteX137" fmla="*/ 218930 w 1339053"/>
                  <a:gd name="connsiteY137" fmla="*/ 446010 h 6858000"/>
                  <a:gd name="connsiteX138" fmla="*/ 180614 w 1339053"/>
                  <a:gd name="connsiteY138" fmla="*/ 354892 h 6858000"/>
                  <a:gd name="connsiteX139" fmla="*/ 171988 w 1339053"/>
                  <a:gd name="connsiteY139" fmla="*/ 317521 h 6858000"/>
                  <a:gd name="connsiteX140" fmla="*/ 139875 w 1339053"/>
                  <a:gd name="connsiteY140" fmla="*/ 246378 h 6858000"/>
                  <a:gd name="connsiteX141" fmla="*/ 51499 w 1339053"/>
                  <a:gd name="connsiteY141" fmla="*/ 73211 h 6858000"/>
                  <a:gd name="connsiteX142" fmla="*/ 19690 w 1339053"/>
                  <a:gd name="connsiteY142" fmla="*/ 3662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</a:cxnLst>
                <a:rect l="l" t="t" r="r" b="b"/>
                <a:pathLst>
                  <a:path w="1339053" h="6858000">
                    <a:moveTo>
                      <a:pt x="850532" y="3481838"/>
                    </a:moveTo>
                    <a:lnTo>
                      <a:pt x="877027" y="3490955"/>
                    </a:lnTo>
                    <a:cubicBezTo>
                      <a:pt x="892941" y="3497986"/>
                      <a:pt x="908176" y="3506416"/>
                      <a:pt x="922718" y="3516472"/>
                    </a:cubicBezTo>
                    <a:cubicBezTo>
                      <a:pt x="967062" y="3547282"/>
                      <a:pt x="1027547" y="3564030"/>
                      <a:pt x="1094179" y="3567567"/>
                    </a:cubicBezTo>
                    <a:cubicBezTo>
                      <a:pt x="1102515" y="3567965"/>
                      <a:pt x="1113434" y="3565936"/>
                      <a:pt x="1118891" y="3568331"/>
                    </a:cubicBezTo>
                    <a:cubicBezTo>
                      <a:pt x="1180628" y="3594888"/>
                      <a:pt x="1237753" y="3586304"/>
                      <a:pt x="1295961" y="3584709"/>
                    </a:cubicBezTo>
                    <a:lnTo>
                      <a:pt x="1308070" y="3585183"/>
                    </a:lnTo>
                    <a:lnTo>
                      <a:pt x="1325263" y="3705453"/>
                    </a:lnTo>
                    <a:cubicBezTo>
                      <a:pt x="1328254" y="3727679"/>
                      <a:pt x="1331526" y="3749922"/>
                      <a:pt x="1334107" y="3772268"/>
                    </a:cubicBezTo>
                    <a:lnTo>
                      <a:pt x="1338203" y="3831076"/>
                    </a:lnTo>
                    <a:lnTo>
                      <a:pt x="1338805" y="3839709"/>
                    </a:lnTo>
                    <a:cubicBezTo>
                      <a:pt x="1339996" y="3932341"/>
                      <a:pt x="1336568" y="4025809"/>
                      <a:pt x="1335635" y="4118635"/>
                    </a:cubicBezTo>
                    <a:cubicBezTo>
                      <a:pt x="1335202" y="4148976"/>
                      <a:pt x="1338805" y="4178868"/>
                      <a:pt x="1337171" y="4209403"/>
                    </a:cubicBezTo>
                    <a:cubicBezTo>
                      <a:pt x="1335445" y="4242449"/>
                      <a:pt x="1327565" y="4276129"/>
                      <a:pt x="1325840" y="4309174"/>
                    </a:cubicBezTo>
                    <a:cubicBezTo>
                      <a:pt x="1322853" y="4364122"/>
                      <a:pt x="1323899" y="4418621"/>
                      <a:pt x="1321122" y="4473630"/>
                    </a:cubicBezTo>
                    <a:cubicBezTo>
                      <a:pt x="1315632" y="4579723"/>
                      <a:pt x="1309019" y="4685750"/>
                      <a:pt x="1302196" y="4791709"/>
                    </a:cubicBezTo>
                    <a:cubicBezTo>
                      <a:pt x="1300696" y="4814383"/>
                      <a:pt x="1294244" y="4837504"/>
                      <a:pt x="1293239" y="4860048"/>
                    </a:cubicBezTo>
                    <a:cubicBezTo>
                      <a:pt x="1290785" y="4919957"/>
                      <a:pt x="1289660" y="4979994"/>
                      <a:pt x="1288829" y="5039837"/>
                    </a:cubicBezTo>
                    <a:cubicBezTo>
                      <a:pt x="1288401" y="5076103"/>
                      <a:pt x="1290512" y="5112310"/>
                      <a:pt x="1289584" y="5148703"/>
                    </a:cubicBezTo>
                    <a:cubicBezTo>
                      <a:pt x="1288845" y="5177820"/>
                      <a:pt x="1286193" y="5207193"/>
                      <a:pt x="1282205" y="5236435"/>
                    </a:cubicBezTo>
                    <a:cubicBezTo>
                      <a:pt x="1278784" y="5261619"/>
                      <a:pt x="1270649" y="5286477"/>
                      <a:pt x="1268145" y="5311662"/>
                    </a:cubicBezTo>
                    <a:cubicBezTo>
                      <a:pt x="1261308" y="5379812"/>
                      <a:pt x="1256387" y="5447703"/>
                      <a:pt x="1250547" y="5515595"/>
                    </a:cubicBezTo>
                    <a:cubicBezTo>
                      <a:pt x="1248113" y="5542776"/>
                      <a:pt x="1244054" y="5570023"/>
                      <a:pt x="1243323" y="5596885"/>
                    </a:cubicBezTo>
                    <a:cubicBezTo>
                      <a:pt x="1241082" y="5668709"/>
                      <a:pt x="1241668" y="5740276"/>
                      <a:pt x="1238303" y="5812036"/>
                    </a:cubicBezTo>
                    <a:cubicBezTo>
                      <a:pt x="1235508" y="5871554"/>
                      <a:pt x="1228259" y="5931392"/>
                      <a:pt x="1223551" y="5991171"/>
                    </a:cubicBezTo>
                    <a:cubicBezTo>
                      <a:pt x="1221675" y="6016549"/>
                      <a:pt x="1222415" y="6041609"/>
                      <a:pt x="1219699" y="6066726"/>
                    </a:cubicBezTo>
                    <a:cubicBezTo>
                      <a:pt x="1213776" y="6123024"/>
                      <a:pt x="1205938" y="6179576"/>
                      <a:pt x="1199935" y="6236130"/>
                    </a:cubicBezTo>
                    <a:cubicBezTo>
                      <a:pt x="1196614" y="6268403"/>
                      <a:pt x="1198425" y="6301127"/>
                      <a:pt x="1192857" y="6333267"/>
                    </a:cubicBezTo>
                    <a:cubicBezTo>
                      <a:pt x="1179603" y="6409590"/>
                      <a:pt x="1163470" y="6485591"/>
                      <a:pt x="1148174" y="6561849"/>
                    </a:cubicBezTo>
                    <a:cubicBezTo>
                      <a:pt x="1132370" y="6640486"/>
                      <a:pt x="1117066" y="6719000"/>
                      <a:pt x="1100424" y="6797385"/>
                    </a:cubicBezTo>
                    <a:lnTo>
                      <a:pt x="1085621" y="6858000"/>
                    </a:lnTo>
                    <a:lnTo>
                      <a:pt x="932341" y="6858000"/>
                    </a:lnTo>
                    <a:lnTo>
                      <a:pt x="944496" y="6829656"/>
                    </a:lnTo>
                    <a:cubicBezTo>
                      <a:pt x="964836" y="6776399"/>
                      <a:pt x="953622" y="6744439"/>
                      <a:pt x="913239" y="6720119"/>
                    </a:cubicBezTo>
                    <a:cubicBezTo>
                      <a:pt x="890880" y="6706443"/>
                      <a:pt x="866986" y="6690318"/>
                      <a:pt x="870682" y="6655346"/>
                    </a:cubicBezTo>
                    <a:cubicBezTo>
                      <a:pt x="876846" y="6598274"/>
                      <a:pt x="889503" y="6540954"/>
                      <a:pt x="846442" y="6498594"/>
                    </a:cubicBezTo>
                    <a:cubicBezTo>
                      <a:pt x="862273" y="6487399"/>
                      <a:pt x="871751" y="6480449"/>
                      <a:pt x="881150" y="6473756"/>
                    </a:cubicBezTo>
                    <a:cubicBezTo>
                      <a:pt x="907245" y="6455292"/>
                      <a:pt x="930705" y="6407516"/>
                      <a:pt x="922470" y="6377035"/>
                    </a:cubicBezTo>
                    <a:cubicBezTo>
                      <a:pt x="910652" y="6332192"/>
                      <a:pt x="925705" y="6299028"/>
                      <a:pt x="955039" y="6268585"/>
                    </a:cubicBezTo>
                    <a:cubicBezTo>
                      <a:pt x="1003777" y="6217606"/>
                      <a:pt x="1017630" y="6148240"/>
                      <a:pt x="1024350" y="6083443"/>
                    </a:cubicBezTo>
                    <a:cubicBezTo>
                      <a:pt x="1029590" y="6034553"/>
                      <a:pt x="1028255" y="5980246"/>
                      <a:pt x="999696" y="5938416"/>
                    </a:cubicBezTo>
                    <a:cubicBezTo>
                      <a:pt x="990505" y="5925141"/>
                      <a:pt x="991039" y="5901884"/>
                      <a:pt x="988342" y="5882426"/>
                    </a:cubicBezTo>
                    <a:cubicBezTo>
                      <a:pt x="986229" y="5866254"/>
                      <a:pt x="984774" y="5849442"/>
                      <a:pt x="985444" y="5832438"/>
                    </a:cubicBezTo>
                    <a:cubicBezTo>
                      <a:pt x="986010" y="5814273"/>
                      <a:pt x="985042" y="5793656"/>
                      <a:pt x="992016" y="5777751"/>
                    </a:cubicBezTo>
                    <a:cubicBezTo>
                      <a:pt x="1012886" y="5729456"/>
                      <a:pt x="1014467" y="5686488"/>
                      <a:pt x="995028" y="5641832"/>
                    </a:cubicBezTo>
                    <a:cubicBezTo>
                      <a:pt x="984984" y="5618696"/>
                      <a:pt x="974301" y="5585771"/>
                      <a:pt x="981247" y="5562522"/>
                    </a:cubicBezTo>
                    <a:cubicBezTo>
                      <a:pt x="998041" y="5505913"/>
                      <a:pt x="997454" y="5454379"/>
                      <a:pt x="995131" y="5398075"/>
                    </a:cubicBezTo>
                    <a:cubicBezTo>
                      <a:pt x="993724" y="5361807"/>
                      <a:pt x="997229" y="5322258"/>
                      <a:pt x="997379" y="5283928"/>
                    </a:cubicBezTo>
                    <a:cubicBezTo>
                      <a:pt x="997473" y="5239095"/>
                      <a:pt x="1006631" y="5193105"/>
                      <a:pt x="979617" y="5157396"/>
                    </a:cubicBezTo>
                    <a:cubicBezTo>
                      <a:pt x="976728" y="5153402"/>
                      <a:pt x="978724" y="5144705"/>
                      <a:pt x="976441" y="5139485"/>
                    </a:cubicBezTo>
                    <a:cubicBezTo>
                      <a:pt x="969619" y="5122991"/>
                      <a:pt x="964828" y="5102888"/>
                      <a:pt x="953793" y="5091862"/>
                    </a:cubicBezTo>
                    <a:cubicBezTo>
                      <a:pt x="921506" y="5059884"/>
                      <a:pt x="886609" y="5031900"/>
                      <a:pt x="853056" y="5001787"/>
                    </a:cubicBezTo>
                    <a:cubicBezTo>
                      <a:pt x="845882" y="4995337"/>
                      <a:pt x="836325" y="4988437"/>
                      <a:pt x="833979" y="4978966"/>
                    </a:cubicBezTo>
                    <a:cubicBezTo>
                      <a:pt x="820602" y="4924328"/>
                      <a:pt x="808509" y="4869239"/>
                      <a:pt x="796995" y="4813768"/>
                    </a:cubicBezTo>
                    <a:cubicBezTo>
                      <a:pt x="792418" y="4791474"/>
                      <a:pt x="803209" y="4777314"/>
                      <a:pt x="820590" y="4764057"/>
                    </a:cubicBezTo>
                    <a:cubicBezTo>
                      <a:pt x="837188" y="4751123"/>
                      <a:pt x="855398" y="4734452"/>
                      <a:pt x="864688" y="4714752"/>
                    </a:cubicBezTo>
                    <a:cubicBezTo>
                      <a:pt x="883062" y="4675275"/>
                      <a:pt x="897521" y="4632902"/>
                      <a:pt x="910485" y="4590911"/>
                    </a:cubicBezTo>
                    <a:cubicBezTo>
                      <a:pt x="915338" y="4575199"/>
                      <a:pt x="912978" y="4556131"/>
                      <a:pt x="911445" y="4539571"/>
                    </a:cubicBezTo>
                    <a:cubicBezTo>
                      <a:pt x="908527" y="4508200"/>
                      <a:pt x="900999" y="4477659"/>
                      <a:pt x="900285" y="4445837"/>
                    </a:cubicBezTo>
                    <a:cubicBezTo>
                      <a:pt x="899539" y="4408923"/>
                      <a:pt x="887958" y="4383340"/>
                      <a:pt x="863237" y="4364703"/>
                    </a:cubicBezTo>
                    <a:cubicBezTo>
                      <a:pt x="826431" y="4336971"/>
                      <a:pt x="808536" y="4292507"/>
                      <a:pt x="798070" y="4243284"/>
                    </a:cubicBezTo>
                    <a:cubicBezTo>
                      <a:pt x="784617" y="4180721"/>
                      <a:pt x="805728" y="4117545"/>
                      <a:pt x="817097" y="4054750"/>
                    </a:cubicBezTo>
                    <a:cubicBezTo>
                      <a:pt x="821537" y="4030724"/>
                      <a:pt x="826632" y="4006057"/>
                      <a:pt x="826251" y="3982801"/>
                    </a:cubicBezTo>
                    <a:cubicBezTo>
                      <a:pt x="825347" y="3916709"/>
                      <a:pt x="825150" y="3850833"/>
                      <a:pt x="836848" y="3784939"/>
                    </a:cubicBezTo>
                    <a:lnTo>
                      <a:pt x="841285" y="3766755"/>
                    </a:lnTo>
                    <a:lnTo>
                      <a:pt x="841284" y="3766755"/>
                    </a:lnTo>
                    <a:lnTo>
                      <a:pt x="852925" y="3719034"/>
                    </a:lnTo>
                    <a:cubicBezTo>
                      <a:pt x="855152" y="3711822"/>
                      <a:pt x="856753" y="3704413"/>
                      <a:pt x="857932" y="3696880"/>
                    </a:cubicBezTo>
                    <a:cubicBezTo>
                      <a:pt x="868683" y="3631632"/>
                      <a:pt x="885300" y="3565939"/>
                      <a:pt x="853534" y="3507036"/>
                    </a:cubicBezTo>
                    <a:cubicBezTo>
                      <a:pt x="850623" y="3501622"/>
                      <a:pt x="849992" y="3494020"/>
                      <a:pt x="850226" y="3485839"/>
                    </a:cubicBezTo>
                    <a:close/>
                    <a:moveTo>
                      <a:pt x="0" y="0"/>
                    </a:moveTo>
                    <a:lnTo>
                      <a:pt x="455609" y="0"/>
                    </a:lnTo>
                    <a:lnTo>
                      <a:pt x="459171" y="72395"/>
                    </a:lnTo>
                    <a:cubicBezTo>
                      <a:pt x="459671" y="92301"/>
                      <a:pt x="456894" y="113171"/>
                      <a:pt x="460041" y="131917"/>
                    </a:cubicBezTo>
                    <a:cubicBezTo>
                      <a:pt x="474213" y="218122"/>
                      <a:pt x="492031" y="302910"/>
                      <a:pt x="504421" y="389691"/>
                    </a:cubicBezTo>
                    <a:cubicBezTo>
                      <a:pt x="517349" y="479177"/>
                      <a:pt x="539516" y="562489"/>
                      <a:pt x="582097" y="634609"/>
                    </a:cubicBezTo>
                    <a:cubicBezTo>
                      <a:pt x="621686" y="701573"/>
                      <a:pt x="662589" y="767248"/>
                      <a:pt x="702468" y="834019"/>
                    </a:cubicBezTo>
                    <a:cubicBezTo>
                      <a:pt x="712587" y="850968"/>
                      <a:pt x="725536" y="867665"/>
                      <a:pt x="729203" y="887701"/>
                    </a:cubicBezTo>
                    <a:cubicBezTo>
                      <a:pt x="736973" y="929321"/>
                      <a:pt x="740155" y="973193"/>
                      <a:pt x="743787" y="1016355"/>
                    </a:cubicBezTo>
                    <a:cubicBezTo>
                      <a:pt x="746786" y="1053398"/>
                      <a:pt x="745800" y="1091467"/>
                      <a:pt x="750083" y="1128060"/>
                    </a:cubicBezTo>
                    <a:cubicBezTo>
                      <a:pt x="753428" y="1157309"/>
                      <a:pt x="762038" y="1185083"/>
                      <a:pt x="768866" y="1213431"/>
                    </a:cubicBezTo>
                    <a:cubicBezTo>
                      <a:pt x="774767" y="1238107"/>
                      <a:pt x="778357" y="1264327"/>
                      <a:pt x="787802" y="1286432"/>
                    </a:cubicBezTo>
                    <a:cubicBezTo>
                      <a:pt x="810582" y="1340304"/>
                      <a:pt x="832653" y="1394242"/>
                      <a:pt x="842837" y="1455511"/>
                    </a:cubicBezTo>
                    <a:cubicBezTo>
                      <a:pt x="853049" y="1515944"/>
                      <a:pt x="867276" y="1574511"/>
                      <a:pt x="877988" y="1634814"/>
                    </a:cubicBezTo>
                    <a:cubicBezTo>
                      <a:pt x="888390" y="1693895"/>
                      <a:pt x="902813" y="1748857"/>
                      <a:pt x="941063" y="1789731"/>
                    </a:cubicBezTo>
                    <a:cubicBezTo>
                      <a:pt x="957906" y="1807908"/>
                      <a:pt x="975122" y="1831564"/>
                      <a:pt x="980124" y="1857657"/>
                    </a:cubicBezTo>
                    <a:cubicBezTo>
                      <a:pt x="987207" y="1894833"/>
                      <a:pt x="980788" y="1937150"/>
                      <a:pt x="984484" y="1976384"/>
                    </a:cubicBezTo>
                    <a:cubicBezTo>
                      <a:pt x="988781" y="2022576"/>
                      <a:pt x="988793" y="2074493"/>
                      <a:pt x="1007189" y="2110650"/>
                    </a:cubicBezTo>
                    <a:cubicBezTo>
                      <a:pt x="1023612" y="2142809"/>
                      <a:pt x="1034723" y="2173610"/>
                      <a:pt x="1039893" y="2211041"/>
                    </a:cubicBezTo>
                    <a:cubicBezTo>
                      <a:pt x="1043484" y="2237261"/>
                      <a:pt x="1057690" y="2260269"/>
                      <a:pt x="1059162" y="2286682"/>
                    </a:cubicBezTo>
                    <a:cubicBezTo>
                      <a:pt x="1061252" y="2321469"/>
                      <a:pt x="1060754" y="2355740"/>
                      <a:pt x="1070522" y="2388667"/>
                    </a:cubicBezTo>
                    <a:cubicBezTo>
                      <a:pt x="1080600" y="2422815"/>
                      <a:pt x="1085513" y="2459602"/>
                      <a:pt x="1093939" y="2494653"/>
                    </a:cubicBezTo>
                    <a:cubicBezTo>
                      <a:pt x="1098500" y="2513273"/>
                      <a:pt x="1106866" y="2529964"/>
                      <a:pt x="1112007" y="2548197"/>
                    </a:cubicBezTo>
                    <a:cubicBezTo>
                      <a:pt x="1121409" y="2581573"/>
                      <a:pt x="1130232" y="2615336"/>
                      <a:pt x="1138346" y="2649163"/>
                    </a:cubicBezTo>
                    <a:cubicBezTo>
                      <a:pt x="1146465" y="2682988"/>
                      <a:pt x="1157699" y="2716368"/>
                      <a:pt x="1160337" y="2751608"/>
                    </a:cubicBezTo>
                    <a:cubicBezTo>
                      <a:pt x="1164714" y="2811646"/>
                      <a:pt x="1159211" y="2873999"/>
                      <a:pt x="1165737" y="2933012"/>
                    </a:cubicBezTo>
                    <a:cubicBezTo>
                      <a:pt x="1172445" y="2992925"/>
                      <a:pt x="1185964" y="3051556"/>
                      <a:pt x="1202029" y="3107873"/>
                    </a:cubicBezTo>
                    <a:cubicBezTo>
                      <a:pt x="1214635" y="3152396"/>
                      <a:pt x="1227749" y="3194534"/>
                      <a:pt x="1225692" y="3244974"/>
                    </a:cubicBezTo>
                    <a:cubicBezTo>
                      <a:pt x="1224565" y="3273123"/>
                      <a:pt x="1231196" y="3305079"/>
                      <a:pt x="1243916" y="3326221"/>
                    </a:cubicBezTo>
                    <a:cubicBezTo>
                      <a:pt x="1271701" y="3372044"/>
                      <a:pt x="1285247" y="3423911"/>
                      <a:pt x="1293067" y="3480219"/>
                    </a:cubicBezTo>
                    <a:lnTo>
                      <a:pt x="1308071" y="3585182"/>
                    </a:lnTo>
                    <a:lnTo>
                      <a:pt x="1295962" y="3584708"/>
                    </a:lnTo>
                    <a:cubicBezTo>
                      <a:pt x="1237754" y="3586303"/>
                      <a:pt x="1180629" y="3594888"/>
                      <a:pt x="1118893" y="3568330"/>
                    </a:cubicBezTo>
                    <a:cubicBezTo>
                      <a:pt x="1113435" y="3565936"/>
                      <a:pt x="1102517" y="3567964"/>
                      <a:pt x="1094179" y="3567566"/>
                    </a:cubicBezTo>
                    <a:cubicBezTo>
                      <a:pt x="1027548" y="3564029"/>
                      <a:pt x="967064" y="3547281"/>
                      <a:pt x="922719" y="3516472"/>
                    </a:cubicBezTo>
                    <a:cubicBezTo>
                      <a:pt x="908178" y="3506414"/>
                      <a:pt x="892942" y="3497984"/>
                      <a:pt x="877028" y="3490955"/>
                    </a:cubicBezTo>
                    <a:lnTo>
                      <a:pt x="850533" y="3481837"/>
                    </a:lnTo>
                    <a:lnTo>
                      <a:pt x="852113" y="3461170"/>
                    </a:lnTo>
                    <a:cubicBezTo>
                      <a:pt x="854391" y="3434500"/>
                      <a:pt x="848474" y="3414331"/>
                      <a:pt x="831383" y="3399179"/>
                    </a:cubicBezTo>
                    <a:cubicBezTo>
                      <a:pt x="801767" y="3373388"/>
                      <a:pt x="773654" y="3344957"/>
                      <a:pt x="743141" y="3320580"/>
                    </a:cubicBezTo>
                    <a:cubicBezTo>
                      <a:pt x="722236" y="3303685"/>
                      <a:pt x="714543" y="3281842"/>
                      <a:pt x="713221" y="3251241"/>
                    </a:cubicBezTo>
                    <a:cubicBezTo>
                      <a:pt x="712555" y="3234106"/>
                      <a:pt x="704768" y="3217029"/>
                      <a:pt x="697098" y="3202528"/>
                    </a:cubicBezTo>
                    <a:cubicBezTo>
                      <a:pt x="687845" y="3184997"/>
                      <a:pt x="672212" y="3172554"/>
                      <a:pt x="664820" y="3154190"/>
                    </a:cubicBezTo>
                    <a:cubicBezTo>
                      <a:pt x="646169" y="3109209"/>
                      <a:pt x="616744" y="3087991"/>
                      <a:pt x="572501" y="3087312"/>
                    </a:cubicBezTo>
                    <a:cubicBezTo>
                      <a:pt x="533259" y="3086763"/>
                      <a:pt x="493731" y="3044085"/>
                      <a:pt x="497703" y="3005243"/>
                    </a:cubicBezTo>
                    <a:cubicBezTo>
                      <a:pt x="502030" y="2962279"/>
                      <a:pt x="490540" y="2928257"/>
                      <a:pt x="476984" y="2892751"/>
                    </a:cubicBezTo>
                    <a:cubicBezTo>
                      <a:pt x="469363" y="2872905"/>
                      <a:pt x="465404" y="2847135"/>
                      <a:pt x="468947" y="2824527"/>
                    </a:cubicBezTo>
                    <a:cubicBezTo>
                      <a:pt x="482188" y="2738605"/>
                      <a:pt x="520979" y="2665650"/>
                      <a:pt x="569138" y="2595026"/>
                    </a:cubicBezTo>
                    <a:cubicBezTo>
                      <a:pt x="600577" y="2548865"/>
                      <a:pt x="622260" y="2493483"/>
                      <a:pt x="645397" y="2440808"/>
                    </a:cubicBezTo>
                    <a:cubicBezTo>
                      <a:pt x="652529" y="2424387"/>
                      <a:pt x="655029" y="2401457"/>
                      <a:pt x="651820" y="2384384"/>
                    </a:cubicBezTo>
                    <a:cubicBezTo>
                      <a:pt x="640949" y="2324596"/>
                      <a:pt x="629163" y="2264805"/>
                      <a:pt x="612994" y="2207332"/>
                    </a:cubicBezTo>
                    <a:cubicBezTo>
                      <a:pt x="597678" y="2153787"/>
                      <a:pt x="601053" y="2099808"/>
                      <a:pt x="620894" y="2046679"/>
                    </a:cubicBezTo>
                    <a:cubicBezTo>
                      <a:pt x="635367" y="2007977"/>
                      <a:pt x="641110" y="1970814"/>
                      <a:pt x="644614" y="1931265"/>
                    </a:cubicBezTo>
                    <a:cubicBezTo>
                      <a:pt x="647465" y="1898285"/>
                      <a:pt x="653360" y="1862859"/>
                      <a:pt x="665994" y="1832337"/>
                    </a:cubicBezTo>
                    <a:cubicBezTo>
                      <a:pt x="683779" y="1789578"/>
                      <a:pt x="688928" y="1751381"/>
                      <a:pt x="678276" y="1709437"/>
                    </a:cubicBezTo>
                    <a:cubicBezTo>
                      <a:pt x="672576" y="1687079"/>
                      <a:pt x="673987" y="1660990"/>
                      <a:pt x="672955" y="1636123"/>
                    </a:cubicBezTo>
                    <a:cubicBezTo>
                      <a:pt x="671272" y="1597795"/>
                      <a:pt x="671867" y="1558758"/>
                      <a:pt x="668480" y="1520749"/>
                    </a:cubicBezTo>
                    <a:cubicBezTo>
                      <a:pt x="665050" y="1479903"/>
                      <a:pt x="655019" y="1440408"/>
                      <a:pt x="653920" y="1399437"/>
                    </a:cubicBezTo>
                    <a:cubicBezTo>
                      <a:pt x="652652" y="1355309"/>
                      <a:pt x="639893" y="1323154"/>
                      <a:pt x="612686" y="1296979"/>
                    </a:cubicBezTo>
                    <a:cubicBezTo>
                      <a:pt x="595576" y="1280408"/>
                      <a:pt x="578401" y="1259588"/>
                      <a:pt x="570220" y="1235618"/>
                    </a:cubicBezTo>
                    <a:cubicBezTo>
                      <a:pt x="553631" y="1186194"/>
                      <a:pt x="545669" y="1131821"/>
                      <a:pt x="529736" y="1081752"/>
                    </a:cubicBezTo>
                    <a:cubicBezTo>
                      <a:pt x="507466" y="1011390"/>
                      <a:pt x="481332" y="944631"/>
                      <a:pt x="414305" y="918292"/>
                    </a:cubicBezTo>
                    <a:cubicBezTo>
                      <a:pt x="377314" y="903769"/>
                      <a:pt x="368843" y="874065"/>
                      <a:pt x="373924" y="825689"/>
                    </a:cubicBezTo>
                    <a:cubicBezTo>
                      <a:pt x="375689" y="809590"/>
                      <a:pt x="376722" y="786203"/>
                      <a:pt x="368949" y="778726"/>
                    </a:cubicBezTo>
                    <a:cubicBezTo>
                      <a:pt x="345838" y="756354"/>
                      <a:pt x="349308" y="725824"/>
                      <a:pt x="347020" y="694643"/>
                    </a:cubicBezTo>
                    <a:cubicBezTo>
                      <a:pt x="345704" y="675894"/>
                      <a:pt x="339306" y="651346"/>
                      <a:pt x="327478" y="642898"/>
                    </a:cubicBezTo>
                    <a:cubicBezTo>
                      <a:pt x="279698" y="608395"/>
                      <a:pt x="263590" y="549247"/>
                      <a:pt x="243468" y="491960"/>
                    </a:cubicBezTo>
                    <a:cubicBezTo>
                      <a:pt x="237433" y="475142"/>
                      <a:pt x="230250" y="456843"/>
                      <a:pt x="218930" y="446010"/>
                    </a:cubicBezTo>
                    <a:cubicBezTo>
                      <a:pt x="194433" y="422927"/>
                      <a:pt x="180036" y="395344"/>
                      <a:pt x="180614" y="354892"/>
                    </a:cubicBezTo>
                    <a:cubicBezTo>
                      <a:pt x="180923" y="342010"/>
                      <a:pt x="176523" y="328798"/>
                      <a:pt x="171988" y="317521"/>
                    </a:cubicBezTo>
                    <a:cubicBezTo>
                      <a:pt x="162052" y="293291"/>
                      <a:pt x="148442" y="271315"/>
                      <a:pt x="139875" y="246378"/>
                    </a:cubicBezTo>
                    <a:cubicBezTo>
                      <a:pt x="117577" y="182780"/>
                      <a:pt x="95749" y="119890"/>
                      <a:pt x="51499" y="73211"/>
                    </a:cubicBezTo>
                    <a:cubicBezTo>
                      <a:pt x="40691" y="61834"/>
                      <a:pt x="29467" y="49763"/>
                      <a:pt x="19690" y="36621"/>
                    </a:cubicBezTo>
                    <a:close/>
                  </a:path>
                </a:pathLst>
              </a:custGeom>
              <a:blipFill dpi="0" rotWithShape="1">
                <a:blip r:embed="rId3">
                  <a:alphaModFix amt="57000"/>
                </a:blip>
                <a:srcRect/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9829185-6353-4E3C-B082-AA7F51939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8104360" y="0"/>
            <a:ext cx="4087640" cy="6858000"/>
            <a:chOff x="1" y="0"/>
            <a:chExt cx="4087640" cy="6858000"/>
          </a:xfrm>
          <a:effectLst>
            <a:outerShdw blurRad="381000" dist="152400" algn="ctr" rotWithShape="0">
              <a:srgbClr val="000000">
                <a:alpha val="10000"/>
              </a:srgbClr>
            </a:outerShdw>
          </a:effectLst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BB7BB359-8B77-484C-B9CD-6376139A3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" y="0"/>
              <a:ext cx="3986041" cy="6858000"/>
              <a:chOff x="1" y="0"/>
              <a:chExt cx="3986041" cy="6858000"/>
            </a:xfrm>
          </p:grpSpPr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AA96BE9D-5B3B-4CA9-8895-33FAA38046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" y="0"/>
                <a:ext cx="3986041" cy="6858000"/>
              </a:xfrm>
              <a:custGeom>
                <a:avLst/>
                <a:gdLst>
                  <a:gd name="connsiteX0" fmla="*/ 0 w 3986041"/>
                  <a:gd name="connsiteY0" fmla="*/ 0 h 6858000"/>
                  <a:gd name="connsiteX1" fmla="*/ 3066495 w 3986041"/>
                  <a:gd name="connsiteY1" fmla="*/ 0 h 6858000"/>
                  <a:gd name="connsiteX2" fmla="*/ 3427241 w 3986041"/>
                  <a:gd name="connsiteY2" fmla="*/ 1211943 h 6858000"/>
                  <a:gd name="connsiteX3" fmla="*/ 3986041 w 3986041"/>
                  <a:gd name="connsiteY3" fmla="*/ 4122057 h 6858000"/>
                  <a:gd name="connsiteX4" fmla="*/ 3751724 w 3986041"/>
                  <a:gd name="connsiteY4" fmla="*/ 6858000 h 6858000"/>
                  <a:gd name="connsiteX5" fmla="*/ 0 w 3986041"/>
                  <a:gd name="connsiteY5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86041" h="6858000">
                    <a:moveTo>
                      <a:pt x="0" y="0"/>
                    </a:moveTo>
                    <a:lnTo>
                      <a:pt x="3066495" y="0"/>
                    </a:lnTo>
                    <a:lnTo>
                      <a:pt x="3427241" y="1211943"/>
                    </a:lnTo>
                    <a:lnTo>
                      <a:pt x="3986041" y="4122057"/>
                    </a:lnTo>
                    <a:lnTo>
                      <a:pt x="3751724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tx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7840E2BF-E954-4173-BF70-2DAE9E19A0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" y="0"/>
                <a:ext cx="3986041" cy="6858000"/>
              </a:xfrm>
              <a:custGeom>
                <a:avLst/>
                <a:gdLst>
                  <a:gd name="connsiteX0" fmla="*/ 0 w 3986041"/>
                  <a:gd name="connsiteY0" fmla="*/ 0 h 6858000"/>
                  <a:gd name="connsiteX1" fmla="*/ 3066495 w 3986041"/>
                  <a:gd name="connsiteY1" fmla="*/ 0 h 6858000"/>
                  <a:gd name="connsiteX2" fmla="*/ 3427241 w 3986041"/>
                  <a:gd name="connsiteY2" fmla="*/ 1211943 h 6858000"/>
                  <a:gd name="connsiteX3" fmla="*/ 3986041 w 3986041"/>
                  <a:gd name="connsiteY3" fmla="*/ 4122057 h 6858000"/>
                  <a:gd name="connsiteX4" fmla="*/ 3751724 w 3986041"/>
                  <a:gd name="connsiteY4" fmla="*/ 6858000 h 6858000"/>
                  <a:gd name="connsiteX5" fmla="*/ 0 w 3986041"/>
                  <a:gd name="connsiteY5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86041" h="6858000">
                    <a:moveTo>
                      <a:pt x="0" y="0"/>
                    </a:moveTo>
                    <a:lnTo>
                      <a:pt x="3066495" y="0"/>
                    </a:lnTo>
                    <a:lnTo>
                      <a:pt x="3427241" y="1211943"/>
                    </a:lnTo>
                    <a:lnTo>
                      <a:pt x="3986041" y="4122057"/>
                    </a:lnTo>
                    <a:lnTo>
                      <a:pt x="3751724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3F125B5A-DFAC-4B6D-B14F-287F8C436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2748588" y="0"/>
              <a:ext cx="1339053" cy="6858000"/>
              <a:chOff x="2748588" y="0"/>
              <a:chExt cx="1339053" cy="6858000"/>
            </a:xfrm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AF4804F-69E5-479A-9F45-C0E4631715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748588" y="0"/>
                <a:ext cx="1339053" cy="6858000"/>
              </a:xfrm>
              <a:custGeom>
                <a:avLst/>
                <a:gdLst>
                  <a:gd name="connsiteX0" fmla="*/ 850532 w 1339053"/>
                  <a:gd name="connsiteY0" fmla="*/ 3481838 h 6858000"/>
                  <a:gd name="connsiteX1" fmla="*/ 877027 w 1339053"/>
                  <a:gd name="connsiteY1" fmla="*/ 3490955 h 6858000"/>
                  <a:gd name="connsiteX2" fmla="*/ 922718 w 1339053"/>
                  <a:gd name="connsiteY2" fmla="*/ 3516472 h 6858000"/>
                  <a:gd name="connsiteX3" fmla="*/ 1094179 w 1339053"/>
                  <a:gd name="connsiteY3" fmla="*/ 3567567 h 6858000"/>
                  <a:gd name="connsiteX4" fmla="*/ 1118891 w 1339053"/>
                  <a:gd name="connsiteY4" fmla="*/ 3568331 h 6858000"/>
                  <a:gd name="connsiteX5" fmla="*/ 1295961 w 1339053"/>
                  <a:gd name="connsiteY5" fmla="*/ 3584709 h 6858000"/>
                  <a:gd name="connsiteX6" fmla="*/ 1308070 w 1339053"/>
                  <a:gd name="connsiteY6" fmla="*/ 3585183 h 6858000"/>
                  <a:gd name="connsiteX7" fmla="*/ 1325263 w 1339053"/>
                  <a:gd name="connsiteY7" fmla="*/ 3705453 h 6858000"/>
                  <a:gd name="connsiteX8" fmla="*/ 1334107 w 1339053"/>
                  <a:gd name="connsiteY8" fmla="*/ 3772268 h 6858000"/>
                  <a:gd name="connsiteX9" fmla="*/ 1338203 w 1339053"/>
                  <a:gd name="connsiteY9" fmla="*/ 3831076 h 6858000"/>
                  <a:gd name="connsiteX10" fmla="*/ 1338805 w 1339053"/>
                  <a:gd name="connsiteY10" fmla="*/ 3839709 h 6858000"/>
                  <a:gd name="connsiteX11" fmla="*/ 1335635 w 1339053"/>
                  <a:gd name="connsiteY11" fmla="*/ 4118635 h 6858000"/>
                  <a:gd name="connsiteX12" fmla="*/ 1337171 w 1339053"/>
                  <a:gd name="connsiteY12" fmla="*/ 4209403 h 6858000"/>
                  <a:gd name="connsiteX13" fmla="*/ 1325840 w 1339053"/>
                  <a:gd name="connsiteY13" fmla="*/ 4309174 h 6858000"/>
                  <a:gd name="connsiteX14" fmla="*/ 1321122 w 1339053"/>
                  <a:gd name="connsiteY14" fmla="*/ 4473630 h 6858000"/>
                  <a:gd name="connsiteX15" fmla="*/ 1302196 w 1339053"/>
                  <a:gd name="connsiteY15" fmla="*/ 4791709 h 6858000"/>
                  <a:gd name="connsiteX16" fmla="*/ 1293239 w 1339053"/>
                  <a:gd name="connsiteY16" fmla="*/ 4860048 h 6858000"/>
                  <a:gd name="connsiteX17" fmla="*/ 1288829 w 1339053"/>
                  <a:gd name="connsiteY17" fmla="*/ 5039837 h 6858000"/>
                  <a:gd name="connsiteX18" fmla="*/ 1289584 w 1339053"/>
                  <a:gd name="connsiteY18" fmla="*/ 5148703 h 6858000"/>
                  <a:gd name="connsiteX19" fmla="*/ 1282205 w 1339053"/>
                  <a:gd name="connsiteY19" fmla="*/ 5236435 h 6858000"/>
                  <a:gd name="connsiteX20" fmla="*/ 1268145 w 1339053"/>
                  <a:gd name="connsiteY20" fmla="*/ 5311662 h 6858000"/>
                  <a:gd name="connsiteX21" fmla="*/ 1250547 w 1339053"/>
                  <a:gd name="connsiteY21" fmla="*/ 5515595 h 6858000"/>
                  <a:gd name="connsiteX22" fmla="*/ 1243323 w 1339053"/>
                  <a:gd name="connsiteY22" fmla="*/ 5596885 h 6858000"/>
                  <a:gd name="connsiteX23" fmla="*/ 1238303 w 1339053"/>
                  <a:gd name="connsiteY23" fmla="*/ 5812036 h 6858000"/>
                  <a:gd name="connsiteX24" fmla="*/ 1223551 w 1339053"/>
                  <a:gd name="connsiteY24" fmla="*/ 5991171 h 6858000"/>
                  <a:gd name="connsiteX25" fmla="*/ 1219699 w 1339053"/>
                  <a:gd name="connsiteY25" fmla="*/ 6066726 h 6858000"/>
                  <a:gd name="connsiteX26" fmla="*/ 1199935 w 1339053"/>
                  <a:gd name="connsiteY26" fmla="*/ 6236130 h 6858000"/>
                  <a:gd name="connsiteX27" fmla="*/ 1192857 w 1339053"/>
                  <a:gd name="connsiteY27" fmla="*/ 6333267 h 6858000"/>
                  <a:gd name="connsiteX28" fmla="*/ 1148174 w 1339053"/>
                  <a:gd name="connsiteY28" fmla="*/ 6561849 h 6858000"/>
                  <a:gd name="connsiteX29" fmla="*/ 1100424 w 1339053"/>
                  <a:gd name="connsiteY29" fmla="*/ 6797385 h 6858000"/>
                  <a:gd name="connsiteX30" fmla="*/ 1085621 w 1339053"/>
                  <a:gd name="connsiteY30" fmla="*/ 6858000 h 6858000"/>
                  <a:gd name="connsiteX31" fmla="*/ 932341 w 1339053"/>
                  <a:gd name="connsiteY31" fmla="*/ 6858000 h 6858000"/>
                  <a:gd name="connsiteX32" fmla="*/ 944496 w 1339053"/>
                  <a:gd name="connsiteY32" fmla="*/ 6829656 h 6858000"/>
                  <a:gd name="connsiteX33" fmla="*/ 913239 w 1339053"/>
                  <a:gd name="connsiteY33" fmla="*/ 6720119 h 6858000"/>
                  <a:gd name="connsiteX34" fmla="*/ 870682 w 1339053"/>
                  <a:gd name="connsiteY34" fmla="*/ 6655346 h 6858000"/>
                  <a:gd name="connsiteX35" fmla="*/ 846442 w 1339053"/>
                  <a:gd name="connsiteY35" fmla="*/ 6498594 h 6858000"/>
                  <a:gd name="connsiteX36" fmla="*/ 881150 w 1339053"/>
                  <a:gd name="connsiteY36" fmla="*/ 6473756 h 6858000"/>
                  <a:gd name="connsiteX37" fmla="*/ 922470 w 1339053"/>
                  <a:gd name="connsiteY37" fmla="*/ 6377035 h 6858000"/>
                  <a:gd name="connsiteX38" fmla="*/ 955039 w 1339053"/>
                  <a:gd name="connsiteY38" fmla="*/ 6268585 h 6858000"/>
                  <a:gd name="connsiteX39" fmla="*/ 1024350 w 1339053"/>
                  <a:gd name="connsiteY39" fmla="*/ 6083443 h 6858000"/>
                  <a:gd name="connsiteX40" fmla="*/ 999696 w 1339053"/>
                  <a:gd name="connsiteY40" fmla="*/ 5938416 h 6858000"/>
                  <a:gd name="connsiteX41" fmla="*/ 988342 w 1339053"/>
                  <a:gd name="connsiteY41" fmla="*/ 5882426 h 6858000"/>
                  <a:gd name="connsiteX42" fmla="*/ 985444 w 1339053"/>
                  <a:gd name="connsiteY42" fmla="*/ 5832438 h 6858000"/>
                  <a:gd name="connsiteX43" fmla="*/ 992016 w 1339053"/>
                  <a:gd name="connsiteY43" fmla="*/ 5777751 h 6858000"/>
                  <a:gd name="connsiteX44" fmla="*/ 995028 w 1339053"/>
                  <a:gd name="connsiteY44" fmla="*/ 5641832 h 6858000"/>
                  <a:gd name="connsiteX45" fmla="*/ 981247 w 1339053"/>
                  <a:gd name="connsiteY45" fmla="*/ 5562522 h 6858000"/>
                  <a:gd name="connsiteX46" fmla="*/ 995131 w 1339053"/>
                  <a:gd name="connsiteY46" fmla="*/ 5398075 h 6858000"/>
                  <a:gd name="connsiteX47" fmla="*/ 997379 w 1339053"/>
                  <a:gd name="connsiteY47" fmla="*/ 5283928 h 6858000"/>
                  <a:gd name="connsiteX48" fmla="*/ 979617 w 1339053"/>
                  <a:gd name="connsiteY48" fmla="*/ 5157396 h 6858000"/>
                  <a:gd name="connsiteX49" fmla="*/ 976441 w 1339053"/>
                  <a:gd name="connsiteY49" fmla="*/ 5139485 h 6858000"/>
                  <a:gd name="connsiteX50" fmla="*/ 953793 w 1339053"/>
                  <a:gd name="connsiteY50" fmla="*/ 5091862 h 6858000"/>
                  <a:gd name="connsiteX51" fmla="*/ 853056 w 1339053"/>
                  <a:gd name="connsiteY51" fmla="*/ 5001787 h 6858000"/>
                  <a:gd name="connsiteX52" fmla="*/ 833979 w 1339053"/>
                  <a:gd name="connsiteY52" fmla="*/ 4978966 h 6858000"/>
                  <a:gd name="connsiteX53" fmla="*/ 796995 w 1339053"/>
                  <a:gd name="connsiteY53" fmla="*/ 4813768 h 6858000"/>
                  <a:gd name="connsiteX54" fmla="*/ 820590 w 1339053"/>
                  <a:gd name="connsiteY54" fmla="*/ 4764057 h 6858000"/>
                  <a:gd name="connsiteX55" fmla="*/ 864688 w 1339053"/>
                  <a:gd name="connsiteY55" fmla="*/ 4714752 h 6858000"/>
                  <a:gd name="connsiteX56" fmla="*/ 910485 w 1339053"/>
                  <a:gd name="connsiteY56" fmla="*/ 4590911 h 6858000"/>
                  <a:gd name="connsiteX57" fmla="*/ 911445 w 1339053"/>
                  <a:gd name="connsiteY57" fmla="*/ 4539571 h 6858000"/>
                  <a:gd name="connsiteX58" fmla="*/ 900285 w 1339053"/>
                  <a:gd name="connsiteY58" fmla="*/ 4445837 h 6858000"/>
                  <a:gd name="connsiteX59" fmla="*/ 863237 w 1339053"/>
                  <a:gd name="connsiteY59" fmla="*/ 4364703 h 6858000"/>
                  <a:gd name="connsiteX60" fmla="*/ 798070 w 1339053"/>
                  <a:gd name="connsiteY60" fmla="*/ 4243284 h 6858000"/>
                  <a:gd name="connsiteX61" fmla="*/ 817097 w 1339053"/>
                  <a:gd name="connsiteY61" fmla="*/ 4054750 h 6858000"/>
                  <a:gd name="connsiteX62" fmla="*/ 826251 w 1339053"/>
                  <a:gd name="connsiteY62" fmla="*/ 3982801 h 6858000"/>
                  <a:gd name="connsiteX63" fmla="*/ 836848 w 1339053"/>
                  <a:gd name="connsiteY63" fmla="*/ 3784939 h 6858000"/>
                  <a:gd name="connsiteX64" fmla="*/ 841285 w 1339053"/>
                  <a:gd name="connsiteY64" fmla="*/ 3766755 h 6858000"/>
                  <a:gd name="connsiteX65" fmla="*/ 841284 w 1339053"/>
                  <a:gd name="connsiteY65" fmla="*/ 3766755 h 6858000"/>
                  <a:gd name="connsiteX66" fmla="*/ 852925 w 1339053"/>
                  <a:gd name="connsiteY66" fmla="*/ 3719034 h 6858000"/>
                  <a:gd name="connsiteX67" fmla="*/ 857932 w 1339053"/>
                  <a:gd name="connsiteY67" fmla="*/ 3696880 h 6858000"/>
                  <a:gd name="connsiteX68" fmla="*/ 853534 w 1339053"/>
                  <a:gd name="connsiteY68" fmla="*/ 3507036 h 6858000"/>
                  <a:gd name="connsiteX69" fmla="*/ 850226 w 1339053"/>
                  <a:gd name="connsiteY69" fmla="*/ 3485839 h 6858000"/>
                  <a:gd name="connsiteX70" fmla="*/ 0 w 1339053"/>
                  <a:gd name="connsiteY70" fmla="*/ 0 h 6858000"/>
                  <a:gd name="connsiteX71" fmla="*/ 455609 w 1339053"/>
                  <a:gd name="connsiteY71" fmla="*/ 0 h 6858000"/>
                  <a:gd name="connsiteX72" fmla="*/ 459171 w 1339053"/>
                  <a:gd name="connsiteY72" fmla="*/ 72395 h 6858000"/>
                  <a:gd name="connsiteX73" fmla="*/ 460041 w 1339053"/>
                  <a:gd name="connsiteY73" fmla="*/ 131917 h 6858000"/>
                  <a:gd name="connsiteX74" fmla="*/ 504421 w 1339053"/>
                  <a:gd name="connsiteY74" fmla="*/ 389691 h 6858000"/>
                  <a:gd name="connsiteX75" fmla="*/ 582097 w 1339053"/>
                  <a:gd name="connsiteY75" fmla="*/ 634609 h 6858000"/>
                  <a:gd name="connsiteX76" fmla="*/ 702468 w 1339053"/>
                  <a:gd name="connsiteY76" fmla="*/ 834019 h 6858000"/>
                  <a:gd name="connsiteX77" fmla="*/ 729203 w 1339053"/>
                  <a:gd name="connsiteY77" fmla="*/ 887701 h 6858000"/>
                  <a:gd name="connsiteX78" fmla="*/ 743787 w 1339053"/>
                  <a:gd name="connsiteY78" fmla="*/ 1016355 h 6858000"/>
                  <a:gd name="connsiteX79" fmla="*/ 750083 w 1339053"/>
                  <a:gd name="connsiteY79" fmla="*/ 1128060 h 6858000"/>
                  <a:gd name="connsiteX80" fmla="*/ 768866 w 1339053"/>
                  <a:gd name="connsiteY80" fmla="*/ 1213431 h 6858000"/>
                  <a:gd name="connsiteX81" fmla="*/ 787802 w 1339053"/>
                  <a:gd name="connsiteY81" fmla="*/ 1286432 h 6858000"/>
                  <a:gd name="connsiteX82" fmla="*/ 842837 w 1339053"/>
                  <a:gd name="connsiteY82" fmla="*/ 1455511 h 6858000"/>
                  <a:gd name="connsiteX83" fmla="*/ 877988 w 1339053"/>
                  <a:gd name="connsiteY83" fmla="*/ 1634814 h 6858000"/>
                  <a:gd name="connsiteX84" fmla="*/ 941063 w 1339053"/>
                  <a:gd name="connsiteY84" fmla="*/ 1789731 h 6858000"/>
                  <a:gd name="connsiteX85" fmla="*/ 980124 w 1339053"/>
                  <a:gd name="connsiteY85" fmla="*/ 1857657 h 6858000"/>
                  <a:gd name="connsiteX86" fmla="*/ 984484 w 1339053"/>
                  <a:gd name="connsiteY86" fmla="*/ 1976384 h 6858000"/>
                  <a:gd name="connsiteX87" fmla="*/ 1007189 w 1339053"/>
                  <a:gd name="connsiteY87" fmla="*/ 2110650 h 6858000"/>
                  <a:gd name="connsiteX88" fmla="*/ 1039893 w 1339053"/>
                  <a:gd name="connsiteY88" fmla="*/ 2211041 h 6858000"/>
                  <a:gd name="connsiteX89" fmla="*/ 1059162 w 1339053"/>
                  <a:gd name="connsiteY89" fmla="*/ 2286682 h 6858000"/>
                  <a:gd name="connsiteX90" fmla="*/ 1070522 w 1339053"/>
                  <a:gd name="connsiteY90" fmla="*/ 2388667 h 6858000"/>
                  <a:gd name="connsiteX91" fmla="*/ 1093939 w 1339053"/>
                  <a:gd name="connsiteY91" fmla="*/ 2494653 h 6858000"/>
                  <a:gd name="connsiteX92" fmla="*/ 1112007 w 1339053"/>
                  <a:gd name="connsiteY92" fmla="*/ 2548197 h 6858000"/>
                  <a:gd name="connsiteX93" fmla="*/ 1138346 w 1339053"/>
                  <a:gd name="connsiteY93" fmla="*/ 2649163 h 6858000"/>
                  <a:gd name="connsiteX94" fmla="*/ 1160337 w 1339053"/>
                  <a:gd name="connsiteY94" fmla="*/ 2751608 h 6858000"/>
                  <a:gd name="connsiteX95" fmla="*/ 1165737 w 1339053"/>
                  <a:gd name="connsiteY95" fmla="*/ 2933012 h 6858000"/>
                  <a:gd name="connsiteX96" fmla="*/ 1202029 w 1339053"/>
                  <a:gd name="connsiteY96" fmla="*/ 3107873 h 6858000"/>
                  <a:gd name="connsiteX97" fmla="*/ 1225692 w 1339053"/>
                  <a:gd name="connsiteY97" fmla="*/ 3244974 h 6858000"/>
                  <a:gd name="connsiteX98" fmla="*/ 1243916 w 1339053"/>
                  <a:gd name="connsiteY98" fmla="*/ 3326221 h 6858000"/>
                  <a:gd name="connsiteX99" fmla="*/ 1293067 w 1339053"/>
                  <a:gd name="connsiteY99" fmla="*/ 3480219 h 6858000"/>
                  <a:gd name="connsiteX100" fmla="*/ 1308071 w 1339053"/>
                  <a:gd name="connsiteY100" fmla="*/ 3585182 h 6858000"/>
                  <a:gd name="connsiteX101" fmla="*/ 1295962 w 1339053"/>
                  <a:gd name="connsiteY101" fmla="*/ 3584708 h 6858000"/>
                  <a:gd name="connsiteX102" fmla="*/ 1118893 w 1339053"/>
                  <a:gd name="connsiteY102" fmla="*/ 3568330 h 6858000"/>
                  <a:gd name="connsiteX103" fmla="*/ 1094179 w 1339053"/>
                  <a:gd name="connsiteY103" fmla="*/ 3567566 h 6858000"/>
                  <a:gd name="connsiteX104" fmla="*/ 922719 w 1339053"/>
                  <a:gd name="connsiteY104" fmla="*/ 3516472 h 6858000"/>
                  <a:gd name="connsiteX105" fmla="*/ 877028 w 1339053"/>
                  <a:gd name="connsiteY105" fmla="*/ 3490955 h 6858000"/>
                  <a:gd name="connsiteX106" fmla="*/ 850533 w 1339053"/>
                  <a:gd name="connsiteY106" fmla="*/ 3481837 h 6858000"/>
                  <a:gd name="connsiteX107" fmla="*/ 852113 w 1339053"/>
                  <a:gd name="connsiteY107" fmla="*/ 3461170 h 6858000"/>
                  <a:gd name="connsiteX108" fmla="*/ 831383 w 1339053"/>
                  <a:gd name="connsiteY108" fmla="*/ 3399179 h 6858000"/>
                  <a:gd name="connsiteX109" fmla="*/ 743141 w 1339053"/>
                  <a:gd name="connsiteY109" fmla="*/ 3320580 h 6858000"/>
                  <a:gd name="connsiteX110" fmla="*/ 713221 w 1339053"/>
                  <a:gd name="connsiteY110" fmla="*/ 3251241 h 6858000"/>
                  <a:gd name="connsiteX111" fmla="*/ 697098 w 1339053"/>
                  <a:gd name="connsiteY111" fmla="*/ 3202528 h 6858000"/>
                  <a:gd name="connsiteX112" fmla="*/ 664820 w 1339053"/>
                  <a:gd name="connsiteY112" fmla="*/ 3154190 h 6858000"/>
                  <a:gd name="connsiteX113" fmla="*/ 572501 w 1339053"/>
                  <a:gd name="connsiteY113" fmla="*/ 3087312 h 6858000"/>
                  <a:gd name="connsiteX114" fmla="*/ 497703 w 1339053"/>
                  <a:gd name="connsiteY114" fmla="*/ 3005243 h 6858000"/>
                  <a:gd name="connsiteX115" fmla="*/ 476984 w 1339053"/>
                  <a:gd name="connsiteY115" fmla="*/ 2892751 h 6858000"/>
                  <a:gd name="connsiteX116" fmla="*/ 468947 w 1339053"/>
                  <a:gd name="connsiteY116" fmla="*/ 2824527 h 6858000"/>
                  <a:gd name="connsiteX117" fmla="*/ 569138 w 1339053"/>
                  <a:gd name="connsiteY117" fmla="*/ 2595026 h 6858000"/>
                  <a:gd name="connsiteX118" fmla="*/ 645397 w 1339053"/>
                  <a:gd name="connsiteY118" fmla="*/ 2440808 h 6858000"/>
                  <a:gd name="connsiteX119" fmla="*/ 651820 w 1339053"/>
                  <a:gd name="connsiteY119" fmla="*/ 2384384 h 6858000"/>
                  <a:gd name="connsiteX120" fmla="*/ 612994 w 1339053"/>
                  <a:gd name="connsiteY120" fmla="*/ 2207332 h 6858000"/>
                  <a:gd name="connsiteX121" fmla="*/ 620894 w 1339053"/>
                  <a:gd name="connsiteY121" fmla="*/ 2046679 h 6858000"/>
                  <a:gd name="connsiteX122" fmla="*/ 644614 w 1339053"/>
                  <a:gd name="connsiteY122" fmla="*/ 1931265 h 6858000"/>
                  <a:gd name="connsiteX123" fmla="*/ 665994 w 1339053"/>
                  <a:gd name="connsiteY123" fmla="*/ 1832337 h 6858000"/>
                  <a:gd name="connsiteX124" fmla="*/ 678276 w 1339053"/>
                  <a:gd name="connsiteY124" fmla="*/ 1709437 h 6858000"/>
                  <a:gd name="connsiteX125" fmla="*/ 672955 w 1339053"/>
                  <a:gd name="connsiteY125" fmla="*/ 1636123 h 6858000"/>
                  <a:gd name="connsiteX126" fmla="*/ 668480 w 1339053"/>
                  <a:gd name="connsiteY126" fmla="*/ 1520749 h 6858000"/>
                  <a:gd name="connsiteX127" fmla="*/ 653920 w 1339053"/>
                  <a:gd name="connsiteY127" fmla="*/ 1399437 h 6858000"/>
                  <a:gd name="connsiteX128" fmla="*/ 612686 w 1339053"/>
                  <a:gd name="connsiteY128" fmla="*/ 1296979 h 6858000"/>
                  <a:gd name="connsiteX129" fmla="*/ 570220 w 1339053"/>
                  <a:gd name="connsiteY129" fmla="*/ 1235618 h 6858000"/>
                  <a:gd name="connsiteX130" fmla="*/ 529736 w 1339053"/>
                  <a:gd name="connsiteY130" fmla="*/ 1081752 h 6858000"/>
                  <a:gd name="connsiteX131" fmla="*/ 414305 w 1339053"/>
                  <a:gd name="connsiteY131" fmla="*/ 918292 h 6858000"/>
                  <a:gd name="connsiteX132" fmla="*/ 373924 w 1339053"/>
                  <a:gd name="connsiteY132" fmla="*/ 825689 h 6858000"/>
                  <a:gd name="connsiteX133" fmla="*/ 368949 w 1339053"/>
                  <a:gd name="connsiteY133" fmla="*/ 778726 h 6858000"/>
                  <a:gd name="connsiteX134" fmla="*/ 347020 w 1339053"/>
                  <a:gd name="connsiteY134" fmla="*/ 694643 h 6858000"/>
                  <a:gd name="connsiteX135" fmla="*/ 327478 w 1339053"/>
                  <a:gd name="connsiteY135" fmla="*/ 642898 h 6858000"/>
                  <a:gd name="connsiteX136" fmla="*/ 243468 w 1339053"/>
                  <a:gd name="connsiteY136" fmla="*/ 491960 h 6858000"/>
                  <a:gd name="connsiteX137" fmla="*/ 218930 w 1339053"/>
                  <a:gd name="connsiteY137" fmla="*/ 446010 h 6858000"/>
                  <a:gd name="connsiteX138" fmla="*/ 180614 w 1339053"/>
                  <a:gd name="connsiteY138" fmla="*/ 354892 h 6858000"/>
                  <a:gd name="connsiteX139" fmla="*/ 171988 w 1339053"/>
                  <a:gd name="connsiteY139" fmla="*/ 317521 h 6858000"/>
                  <a:gd name="connsiteX140" fmla="*/ 139875 w 1339053"/>
                  <a:gd name="connsiteY140" fmla="*/ 246378 h 6858000"/>
                  <a:gd name="connsiteX141" fmla="*/ 51499 w 1339053"/>
                  <a:gd name="connsiteY141" fmla="*/ 73211 h 6858000"/>
                  <a:gd name="connsiteX142" fmla="*/ 19690 w 1339053"/>
                  <a:gd name="connsiteY142" fmla="*/ 3662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</a:cxnLst>
                <a:rect l="l" t="t" r="r" b="b"/>
                <a:pathLst>
                  <a:path w="1339053" h="6858000">
                    <a:moveTo>
                      <a:pt x="850532" y="3481838"/>
                    </a:moveTo>
                    <a:lnTo>
                      <a:pt x="877027" y="3490955"/>
                    </a:lnTo>
                    <a:cubicBezTo>
                      <a:pt x="892941" y="3497986"/>
                      <a:pt x="908176" y="3506416"/>
                      <a:pt x="922718" y="3516472"/>
                    </a:cubicBezTo>
                    <a:cubicBezTo>
                      <a:pt x="967062" y="3547282"/>
                      <a:pt x="1027547" y="3564030"/>
                      <a:pt x="1094179" y="3567567"/>
                    </a:cubicBezTo>
                    <a:cubicBezTo>
                      <a:pt x="1102515" y="3567965"/>
                      <a:pt x="1113434" y="3565936"/>
                      <a:pt x="1118891" y="3568331"/>
                    </a:cubicBezTo>
                    <a:cubicBezTo>
                      <a:pt x="1180628" y="3594888"/>
                      <a:pt x="1237753" y="3586304"/>
                      <a:pt x="1295961" y="3584709"/>
                    </a:cubicBezTo>
                    <a:lnTo>
                      <a:pt x="1308070" y="3585183"/>
                    </a:lnTo>
                    <a:lnTo>
                      <a:pt x="1325263" y="3705453"/>
                    </a:lnTo>
                    <a:cubicBezTo>
                      <a:pt x="1328254" y="3727679"/>
                      <a:pt x="1331526" y="3749922"/>
                      <a:pt x="1334107" y="3772268"/>
                    </a:cubicBezTo>
                    <a:lnTo>
                      <a:pt x="1338203" y="3831076"/>
                    </a:lnTo>
                    <a:lnTo>
                      <a:pt x="1338805" y="3839709"/>
                    </a:lnTo>
                    <a:cubicBezTo>
                      <a:pt x="1339996" y="3932341"/>
                      <a:pt x="1336568" y="4025809"/>
                      <a:pt x="1335635" y="4118635"/>
                    </a:cubicBezTo>
                    <a:cubicBezTo>
                      <a:pt x="1335202" y="4148976"/>
                      <a:pt x="1338805" y="4178868"/>
                      <a:pt x="1337171" y="4209403"/>
                    </a:cubicBezTo>
                    <a:cubicBezTo>
                      <a:pt x="1335445" y="4242449"/>
                      <a:pt x="1327565" y="4276129"/>
                      <a:pt x="1325840" y="4309174"/>
                    </a:cubicBezTo>
                    <a:cubicBezTo>
                      <a:pt x="1322853" y="4364122"/>
                      <a:pt x="1323899" y="4418621"/>
                      <a:pt x="1321122" y="4473630"/>
                    </a:cubicBezTo>
                    <a:cubicBezTo>
                      <a:pt x="1315632" y="4579723"/>
                      <a:pt x="1309019" y="4685750"/>
                      <a:pt x="1302196" y="4791709"/>
                    </a:cubicBezTo>
                    <a:cubicBezTo>
                      <a:pt x="1300696" y="4814383"/>
                      <a:pt x="1294244" y="4837504"/>
                      <a:pt x="1293239" y="4860048"/>
                    </a:cubicBezTo>
                    <a:cubicBezTo>
                      <a:pt x="1290785" y="4919957"/>
                      <a:pt x="1289660" y="4979994"/>
                      <a:pt x="1288829" y="5039837"/>
                    </a:cubicBezTo>
                    <a:cubicBezTo>
                      <a:pt x="1288401" y="5076103"/>
                      <a:pt x="1290512" y="5112310"/>
                      <a:pt x="1289584" y="5148703"/>
                    </a:cubicBezTo>
                    <a:cubicBezTo>
                      <a:pt x="1288845" y="5177820"/>
                      <a:pt x="1286193" y="5207193"/>
                      <a:pt x="1282205" y="5236435"/>
                    </a:cubicBezTo>
                    <a:cubicBezTo>
                      <a:pt x="1278784" y="5261619"/>
                      <a:pt x="1270649" y="5286477"/>
                      <a:pt x="1268145" y="5311662"/>
                    </a:cubicBezTo>
                    <a:cubicBezTo>
                      <a:pt x="1261308" y="5379812"/>
                      <a:pt x="1256387" y="5447703"/>
                      <a:pt x="1250547" y="5515595"/>
                    </a:cubicBezTo>
                    <a:cubicBezTo>
                      <a:pt x="1248113" y="5542776"/>
                      <a:pt x="1244054" y="5570023"/>
                      <a:pt x="1243323" y="5596885"/>
                    </a:cubicBezTo>
                    <a:cubicBezTo>
                      <a:pt x="1241082" y="5668709"/>
                      <a:pt x="1241668" y="5740276"/>
                      <a:pt x="1238303" y="5812036"/>
                    </a:cubicBezTo>
                    <a:cubicBezTo>
                      <a:pt x="1235508" y="5871554"/>
                      <a:pt x="1228259" y="5931392"/>
                      <a:pt x="1223551" y="5991171"/>
                    </a:cubicBezTo>
                    <a:cubicBezTo>
                      <a:pt x="1221675" y="6016549"/>
                      <a:pt x="1222415" y="6041609"/>
                      <a:pt x="1219699" y="6066726"/>
                    </a:cubicBezTo>
                    <a:cubicBezTo>
                      <a:pt x="1213776" y="6123024"/>
                      <a:pt x="1205938" y="6179576"/>
                      <a:pt x="1199935" y="6236130"/>
                    </a:cubicBezTo>
                    <a:cubicBezTo>
                      <a:pt x="1196614" y="6268403"/>
                      <a:pt x="1198425" y="6301127"/>
                      <a:pt x="1192857" y="6333267"/>
                    </a:cubicBezTo>
                    <a:cubicBezTo>
                      <a:pt x="1179603" y="6409590"/>
                      <a:pt x="1163470" y="6485591"/>
                      <a:pt x="1148174" y="6561849"/>
                    </a:cubicBezTo>
                    <a:cubicBezTo>
                      <a:pt x="1132370" y="6640486"/>
                      <a:pt x="1117066" y="6719000"/>
                      <a:pt x="1100424" y="6797385"/>
                    </a:cubicBezTo>
                    <a:lnTo>
                      <a:pt x="1085621" y="6858000"/>
                    </a:lnTo>
                    <a:lnTo>
                      <a:pt x="932341" y="6858000"/>
                    </a:lnTo>
                    <a:lnTo>
                      <a:pt x="944496" y="6829656"/>
                    </a:lnTo>
                    <a:cubicBezTo>
                      <a:pt x="964836" y="6776399"/>
                      <a:pt x="953622" y="6744439"/>
                      <a:pt x="913239" y="6720119"/>
                    </a:cubicBezTo>
                    <a:cubicBezTo>
                      <a:pt x="890880" y="6706443"/>
                      <a:pt x="866986" y="6690318"/>
                      <a:pt x="870682" y="6655346"/>
                    </a:cubicBezTo>
                    <a:cubicBezTo>
                      <a:pt x="876846" y="6598274"/>
                      <a:pt x="889503" y="6540954"/>
                      <a:pt x="846442" y="6498594"/>
                    </a:cubicBezTo>
                    <a:cubicBezTo>
                      <a:pt x="862273" y="6487399"/>
                      <a:pt x="871751" y="6480449"/>
                      <a:pt x="881150" y="6473756"/>
                    </a:cubicBezTo>
                    <a:cubicBezTo>
                      <a:pt x="907245" y="6455292"/>
                      <a:pt x="930705" y="6407516"/>
                      <a:pt x="922470" y="6377035"/>
                    </a:cubicBezTo>
                    <a:cubicBezTo>
                      <a:pt x="910652" y="6332192"/>
                      <a:pt x="925705" y="6299028"/>
                      <a:pt x="955039" y="6268585"/>
                    </a:cubicBezTo>
                    <a:cubicBezTo>
                      <a:pt x="1003777" y="6217606"/>
                      <a:pt x="1017630" y="6148240"/>
                      <a:pt x="1024350" y="6083443"/>
                    </a:cubicBezTo>
                    <a:cubicBezTo>
                      <a:pt x="1029590" y="6034553"/>
                      <a:pt x="1028255" y="5980246"/>
                      <a:pt x="999696" y="5938416"/>
                    </a:cubicBezTo>
                    <a:cubicBezTo>
                      <a:pt x="990505" y="5925141"/>
                      <a:pt x="991039" y="5901884"/>
                      <a:pt x="988342" y="5882426"/>
                    </a:cubicBezTo>
                    <a:cubicBezTo>
                      <a:pt x="986229" y="5866254"/>
                      <a:pt x="984774" y="5849442"/>
                      <a:pt x="985444" y="5832438"/>
                    </a:cubicBezTo>
                    <a:cubicBezTo>
                      <a:pt x="986010" y="5814273"/>
                      <a:pt x="985042" y="5793656"/>
                      <a:pt x="992016" y="5777751"/>
                    </a:cubicBezTo>
                    <a:cubicBezTo>
                      <a:pt x="1012886" y="5729456"/>
                      <a:pt x="1014467" y="5686488"/>
                      <a:pt x="995028" y="5641832"/>
                    </a:cubicBezTo>
                    <a:cubicBezTo>
                      <a:pt x="984984" y="5618696"/>
                      <a:pt x="974301" y="5585771"/>
                      <a:pt x="981247" y="5562522"/>
                    </a:cubicBezTo>
                    <a:cubicBezTo>
                      <a:pt x="998041" y="5505913"/>
                      <a:pt x="997454" y="5454379"/>
                      <a:pt x="995131" y="5398075"/>
                    </a:cubicBezTo>
                    <a:cubicBezTo>
                      <a:pt x="993724" y="5361807"/>
                      <a:pt x="997229" y="5322258"/>
                      <a:pt x="997379" y="5283928"/>
                    </a:cubicBezTo>
                    <a:cubicBezTo>
                      <a:pt x="997473" y="5239095"/>
                      <a:pt x="1006631" y="5193105"/>
                      <a:pt x="979617" y="5157396"/>
                    </a:cubicBezTo>
                    <a:cubicBezTo>
                      <a:pt x="976728" y="5153402"/>
                      <a:pt x="978724" y="5144705"/>
                      <a:pt x="976441" y="5139485"/>
                    </a:cubicBezTo>
                    <a:cubicBezTo>
                      <a:pt x="969619" y="5122991"/>
                      <a:pt x="964828" y="5102888"/>
                      <a:pt x="953793" y="5091862"/>
                    </a:cubicBezTo>
                    <a:cubicBezTo>
                      <a:pt x="921506" y="5059884"/>
                      <a:pt x="886609" y="5031900"/>
                      <a:pt x="853056" y="5001787"/>
                    </a:cubicBezTo>
                    <a:cubicBezTo>
                      <a:pt x="845882" y="4995337"/>
                      <a:pt x="836325" y="4988437"/>
                      <a:pt x="833979" y="4978966"/>
                    </a:cubicBezTo>
                    <a:cubicBezTo>
                      <a:pt x="820602" y="4924328"/>
                      <a:pt x="808509" y="4869239"/>
                      <a:pt x="796995" y="4813768"/>
                    </a:cubicBezTo>
                    <a:cubicBezTo>
                      <a:pt x="792418" y="4791474"/>
                      <a:pt x="803209" y="4777314"/>
                      <a:pt x="820590" y="4764057"/>
                    </a:cubicBezTo>
                    <a:cubicBezTo>
                      <a:pt x="837188" y="4751123"/>
                      <a:pt x="855398" y="4734452"/>
                      <a:pt x="864688" y="4714752"/>
                    </a:cubicBezTo>
                    <a:cubicBezTo>
                      <a:pt x="883062" y="4675275"/>
                      <a:pt x="897521" y="4632902"/>
                      <a:pt x="910485" y="4590911"/>
                    </a:cubicBezTo>
                    <a:cubicBezTo>
                      <a:pt x="915338" y="4575199"/>
                      <a:pt x="912978" y="4556131"/>
                      <a:pt x="911445" y="4539571"/>
                    </a:cubicBezTo>
                    <a:cubicBezTo>
                      <a:pt x="908527" y="4508200"/>
                      <a:pt x="900999" y="4477659"/>
                      <a:pt x="900285" y="4445837"/>
                    </a:cubicBezTo>
                    <a:cubicBezTo>
                      <a:pt x="899539" y="4408923"/>
                      <a:pt x="887958" y="4383340"/>
                      <a:pt x="863237" y="4364703"/>
                    </a:cubicBezTo>
                    <a:cubicBezTo>
                      <a:pt x="826431" y="4336971"/>
                      <a:pt x="808536" y="4292507"/>
                      <a:pt x="798070" y="4243284"/>
                    </a:cubicBezTo>
                    <a:cubicBezTo>
                      <a:pt x="784617" y="4180721"/>
                      <a:pt x="805728" y="4117545"/>
                      <a:pt x="817097" y="4054750"/>
                    </a:cubicBezTo>
                    <a:cubicBezTo>
                      <a:pt x="821537" y="4030724"/>
                      <a:pt x="826632" y="4006057"/>
                      <a:pt x="826251" y="3982801"/>
                    </a:cubicBezTo>
                    <a:cubicBezTo>
                      <a:pt x="825347" y="3916709"/>
                      <a:pt x="825150" y="3850833"/>
                      <a:pt x="836848" y="3784939"/>
                    </a:cubicBezTo>
                    <a:lnTo>
                      <a:pt x="841285" y="3766755"/>
                    </a:lnTo>
                    <a:lnTo>
                      <a:pt x="841284" y="3766755"/>
                    </a:lnTo>
                    <a:lnTo>
                      <a:pt x="852925" y="3719034"/>
                    </a:lnTo>
                    <a:cubicBezTo>
                      <a:pt x="855152" y="3711822"/>
                      <a:pt x="856753" y="3704413"/>
                      <a:pt x="857932" y="3696880"/>
                    </a:cubicBezTo>
                    <a:cubicBezTo>
                      <a:pt x="868683" y="3631632"/>
                      <a:pt x="885300" y="3565939"/>
                      <a:pt x="853534" y="3507036"/>
                    </a:cubicBezTo>
                    <a:cubicBezTo>
                      <a:pt x="850623" y="3501622"/>
                      <a:pt x="849992" y="3494020"/>
                      <a:pt x="850226" y="3485839"/>
                    </a:cubicBezTo>
                    <a:close/>
                    <a:moveTo>
                      <a:pt x="0" y="0"/>
                    </a:moveTo>
                    <a:lnTo>
                      <a:pt x="455609" y="0"/>
                    </a:lnTo>
                    <a:lnTo>
                      <a:pt x="459171" y="72395"/>
                    </a:lnTo>
                    <a:cubicBezTo>
                      <a:pt x="459671" y="92301"/>
                      <a:pt x="456894" y="113171"/>
                      <a:pt x="460041" y="131917"/>
                    </a:cubicBezTo>
                    <a:cubicBezTo>
                      <a:pt x="474213" y="218122"/>
                      <a:pt x="492031" y="302910"/>
                      <a:pt x="504421" y="389691"/>
                    </a:cubicBezTo>
                    <a:cubicBezTo>
                      <a:pt x="517349" y="479177"/>
                      <a:pt x="539516" y="562489"/>
                      <a:pt x="582097" y="634609"/>
                    </a:cubicBezTo>
                    <a:cubicBezTo>
                      <a:pt x="621686" y="701573"/>
                      <a:pt x="662589" y="767248"/>
                      <a:pt x="702468" y="834019"/>
                    </a:cubicBezTo>
                    <a:cubicBezTo>
                      <a:pt x="712587" y="850968"/>
                      <a:pt x="725536" y="867665"/>
                      <a:pt x="729203" y="887701"/>
                    </a:cubicBezTo>
                    <a:cubicBezTo>
                      <a:pt x="736973" y="929321"/>
                      <a:pt x="740155" y="973193"/>
                      <a:pt x="743787" y="1016355"/>
                    </a:cubicBezTo>
                    <a:cubicBezTo>
                      <a:pt x="746786" y="1053398"/>
                      <a:pt x="745800" y="1091467"/>
                      <a:pt x="750083" y="1128060"/>
                    </a:cubicBezTo>
                    <a:cubicBezTo>
                      <a:pt x="753428" y="1157309"/>
                      <a:pt x="762038" y="1185083"/>
                      <a:pt x="768866" y="1213431"/>
                    </a:cubicBezTo>
                    <a:cubicBezTo>
                      <a:pt x="774767" y="1238107"/>
                      <a:pt x="778357" y="1264327"/>
                      <a:pt x="787802" y="1286432"/>
                    </a:cubicBezTo>
                    <a:cubicBezTo>
                      <a:pt x="810582" y="1340304"/>
                      <a:pt x="832653" y="1394242"/>
                      <a:pt x="842837" y="1455511"/>
                    </a:cubicBezTo>
                    <a:cubicBezTo>
                      <a:pt x="853049" y="1515944"/>
                      <a:pt x="867276" y="1574511"/>
                      <a:pt x="877988" y="1634814"/>
                    </a:cubicBezTo>
                    <a:cubicBezTo>
                      <a:pt x="888390" y="1693895"/>
                      <a:pt x="902813" y="1748857"/>
                      <a:pt x="941063" y="1789731"/>
                    </a:cubicBezTo>
                    <a:cubicBezTo>
                      <a:pt x="957906" y="1807908"/>
                      <a:pt x="975122" y="1831564"/>
                      <a:pt x="980124" y="1857657"/>
                    </a:cubicBezTo>
                    <a:cubicBezTo>
                      <a:pt x="987207" y="1894833"/>
                      <a:pt x="980788" y="1937150"/>
                      <a:pt x="984484" y="1976384"/>
                    </a:cubicBezTo>
                    <a:cubicBezTo>
                      <a:pt x="988781" y="2022576"/>
                      <a:pt x="988793" y="2074493"/>
                      <a:pt x="1007189" y="2110650"/>
                    </a:cubicBezTo>
                    <a:cubicBezTo>
                      <a:pt x="1023612" y="2142809"/>
                      <a:pt x="1034723" y="2173610"/>
                      <a:pt x="1039893" y="2211041"/>
                    </a:cubicBezTo>
                    <a:cubicBezTo>
                      <a:pt x="1043484" y="2237261"/>
                      <a:pt x="1057690" y="2260269"/>
                      <a:pt x="1059162" y="2286682"/>
                    </a:cubicBezTo>
                    <a:cubicBezTo>
                      <a:pt x="1061252" y="2321469"/>
                      <a:pt x="1060754" y="2355740"/>
                      <a:pt x="1070522" y="2388667"/>
                    </a:cubicBezTo>
                    <a:cubicBezTo>
                      <a:pt x="1080600" y="2422815"/>
                      <a:pt x="1085513" y="2459602"/>
                      <a:pt x="1093939" y="2494653"/>
                    </a:cubicBezTo>
                    <a:cubicBezTo>
                      <a:pt x="1098500" y="2513273"/>
                      <a:pt x="1106866" y="2529964"/>
                      <a:pt x="1112007" y="2548197"/>
                    </a:cubicBezTo>
                    <a:cubicBezTo>
                      <a:pt x="1121409" y="2581573"/>
                      <a:pt x="1130232" y="2615336"/>
                      <a:pt x="1138346" y="2649163"/>
                    </a:cubicBezTo>
                    <a:cubicBezTo>
                      <a:pt x="1146465" y="2682988"/>
                      <a:pt x="1157699" y="2716368"/>
                      <a:pt x="1160337" y="2751608"/>
                    </a:cubicBezTo>
                    <a:cubicBezTo>
                      <a:pt x="1164714" y="2811646"/>
                      <a:pt x="1159211" y="2873999"/>
                      <a:pt x="1165737" y="2933012"/>
                    </a:cubicBezTo>
                    <a:cubicBezTo>
                      <a:pt x="1172445" y="2992925"/>
                      <a:pt x="1185964" y="3051556"/>
                      <a:pt x="1202029" y="3107873"/>
                    </a:cubicBezTo>
                    <a:cubicBezTo>
                      <a:pt x="1214635" y="3152396"/>
                      <a:pt x="1227749" y="3194534"/>
                      <a:pt x="1225692" y="3244974"/>
                    </a:cubicBezTo>
                    <a:cubicBezTo>
                      <a:pt x="1224565" y="3273123"/>
                      <a:pt x="1231196" y="3305079"/>
                      <a:pt x="1243916" y="3326221"/>
                    </a:cubicBezTo>
                    <a:cubicBezTo>
                      <a:pt x="1271701" y="3372044"/>
                      <a:pt x="1285247" y="3423911"/>
                      <a:pt x="1293067" y="3480219"/>
                    </a:cubicBezTo>
                    <a:lnTo>
                      <a:pt x="1308071" y="3585182"/>
                    </a:lnTo>
                    <a:lnTo>
                      <a:pt x="1295962" y="3584708"/>
                    </a:lnTo>
                    <a:cubicBezTo>
                      <a:pt x="1237754" y="3586303"/>
                      <a:pt x="1180629" y="3594888"/>
                      <a:pt x="1118893" y="3568330"/>
                    </a:cubicBezTo>
                    <a:cubicBezTo>
                      <a:pt x="1113435" y="3565936"/>
                      <a:pt x="1102517" y="3567964"/>
                      <a:pt x="1094179" y="3567566"/>
                    </a:cubicBezTo>
                    <a:cubicBezTo>
                      <a:pt x="1027548" y="3564029"/>
                      <a:pt x="967064" y="3547281"/>
                      <a:pt x="922719" y="3516472"/>
                    </a:cubicBezTo>
                    <a:cubicBezTo>
                      <a:pt x="908178" y="3506414"/>
                      <a:pt x="892942" y="3497984"/>
                      <a:pt x="877028" y="3490955"/>
                    </a:cubicBezTo>
                    <a:lnTo>
                      <a:pt x="850533" y="3481837"/>
                    </a:lnTo>
                    <a:lnTo>
                      <a:pt x="852113" y="3461170"/>
                    </a:lnTo>
                    <a:cubicBezTo>
                      <a:pt x="854391" y="3434500"/>
                      <a:pt x="848474" y="3414331"/>
                      <a:pt x="831383" y="3399179"/>
                    </a:cubicBezTo>
                    <a:cubicBezTo>
                      <a:pt x="801767" y="3373388"/>
                      <a:pt x="773654" y="3344957"/>
                      <a:pt x="743141" y="3320580"/>
                    </a:cubicBezTo>
                    <a:cubicBezTo>
                      <a:pt x="722236" y="3303685"/>
                      <a:pt x="714543" y="3281842"/>
                      <a:pt x="713221" y="3251241"/>
                    </a:cubicBezTo>
                    <a:cubicBezTo>
                      <a:pt x="712555" y="3234106"/>
                      <a:pt x="704768" y="3217029"/>
                      <a:pt x="697098" y="3202528"/>
                    </a:cubicBezTo>
                    <a:cubicBezTo>
                      <a:pt x="687845" y="3184997"/>
                      <a:pt x="672212" y="3172554"/>
                      <a:pt x="664820" y="3154190"/>
                    </a:cubicBezTo>
                    <a:cubicBezTo>
                      <a:pt x="646169" y="3109209"/>
                      <a:pt x="616744" y="3087991"/>
                      <a:pt x="572501" y="3087312"/>
                    </a:cubicBezTo>
                    <a:cubicBezTo>
                      <a:pt x="533259" y="3086763"/>
                      <a:pt x="493731" y="3044085"/>
                      <a:pt x="497703" y="3005243"/>
                    </a:cubicBezTo>
                    <a:cubicBezTo>
                      <a:pt x="502030" y="2962279"/>
                      <a:pt x="490540" y="2928257"/>
                      <a:pt x="476984" y="2892751"/>
                    </a:cubicBezTo>
                    <a:cubicBezTo>
                      <a:pt x="469363" y="2872905"/>
                      <a:pt x="465404" y="2847135"/>
                      <a:pt x="468947" y="2824527"/>
                    </a:cubicBezTo>
                    <a:cubicBezTo>
                      <a:pt x="482188" y="2738605"/>
                      <a:pt x="520979" y="2665650"/>
                      <a:pt x="569138" y="2595026"/>
                    </a:cubicBezTo>
                    <a:cubicBezTo>
                      <a:pt x="600577" y="2548865"/>
                      <a:pt x="622260" y="2493483"/>
                      <a:pt x="645397" y="2440808"/>
                    </a:cubicBezTo>
                    <a:cubicBezTo>
                      <a:pt x="652529" y="2424387"/>
                      <a:pt x="655029" y="2401457"/>
                      <a:pt x="651820" y="2384384"/>
                    </a:cubicBezTo>
                    <a:cubicBezTo>
                      <a:pt x="640949" y="2324596"/>
                      <a:pt x="629163" y="2264805"/>
                      <a:pt x="612994" y="2207332"/>
                    </a:cubicBezTo>
                    <a:cubicBezTo>
                      <a:pt x="597678" y="2153787"/>
                      <a:pt x="601053" y="2099808"/>
                      <a:pt x="620894" y="2046679"/>
                    </a:cubicBezTo>
                    <a:cubicBezTo>
                      <a:pt x="635367" y="2007977"/>
                      <a:pt x="641110" y="1970814"/>
                      <a:pt x="644614" y="1931265"/>
                    </a:cubicBezTo>
                    <a:cubicBezTo>
                      <a:pt x="647465" y="1898285"/>
                      <a:pt x="653360" y="1862859"/>
                      <a:pt x="665994" y="1832337"/>
                    </a:cubicBezTo>
                    <a:cubicBezTo>
                      <a:pt x="683779" y="1789578"/>
                      <a:pt x="688928" y="1751381"/>
                      <a:pt x="678276" y="1709437"/>
                    </a:cubicBezTo>
                    <a:cubicBezTo>
                      <a:pt x="672576" y="1687079"/>
                      <a:pt x="673987" y="1660990"/>
                      <a:pt x="672955" y="1636123"/>
                    </a:cubicBezTo>
                    <a:cubicBezTo>
                      <a:pt x="671272" y="1597795"/>
                      <a:pt x="671867" y="1558758"/>
                      <a:pt x="668480" y="1520749"/>
                    </a:cubicBezTo>
                    <a:cubicBezTo>
                      <a:pt x="665050" y="1479903"/>
                      <a:pt x="655019" y="1440408"/>
                      <a:pt x="653920" y="1399437"/>
                    </a:cubicBezTo>
                    <a:cubicBezTo>
                      <a:pt x="652652" y="1355309"/>
                      <a:pt x="639893" y="1323154"/>
                      <a:pt x="612686" y="1296979"/>
                    </a:cubicBezTo>
                    <a:cubicBezTo>
                      <a:pt x="595576" y="1280408"/>
                      <a:pt x="578401" y="1259588"/>
                      <a:pt x="570220" y="1235618"/>
                    </a:cubicBezTo>
                    <a:cubicBezTo>
                      <a:pt x="553631" y="1186194"/>
                      <a:pt x="545669" y="1131821"/>
                      <a:pt x="529736" y="1081752"/>
                    </a:cubicBezTo>
                    <a:cubicBezTo>
                      <a:pt x="507466" y="1011390"/>
                      <a:pt x="481332" y="944631"/>
                      <a:pt x="414305" y="918292"/>
                    </a:cubicBezTo>
                    <a:cubicBezTo>
                      <a:pt x="377314" y="903769"/>
                      <a:pt x="368843" y="874065"/>
                      <a:pt x="373924" y="825689"/>
                    </a:cubicBezTo>
                    <a:cubicBezTo>
                      <a:pt x="375689" y="809590"/>
                      <a:pt x="376722" y="786203"/>
                      <a:pt x="368949" y="778726"/>
                    </a:cubicBezTo>
                    <a:cubicBezTo>
                      <a:pt x="345838" y="756354"/>
                      <a:pt x="349308" y="725824"/>
                      <a:pt x="347020" y="694643"/>
                    </a:cubicBezTo>
                    <a:cubicBezTo>
                      <a:pt x="345704" y="675894"/>
                      <a:pt x="339306" y="651346"/>
                      <a:pt x="327478" y="642898"/>
                    </a:cubicBezTo>
                    <a:cubicBezTo>
                      <a:pt x="279698" y="608395"/>
                      <a:pt x="263590" y="549247"/>
                      <a:pt x="243468" y="491960"/>
                    </a:cubicBezTo>
                    <a:cubicBezTo>
                      <a:pt x="237433" y="475142"/>
                      <a:pt x="230250" y="456843"/>
                      <a:pt x="218930" y="446010"/>
                    </a:cubicBezTo>
                    <a:cubicBezTo>
                      <a:pt x="194433" y="422927"/>
                      <a:pt x="180036" y="395344"/>
                      <a:pt x="180614" y="354892"/>
                    </a:cubicBezTo>
                    <a:cubicBezTo>
                      <a:pt x="180923" y="342010"/>
                      <a:pt x="176523" y="328798"/>
                      <a:pt x="171988" y="317521"/>
                    </a:cubicBezTo>
                    <a:cubicBezTo>
                      <a:pt x="162052" y="293291"/>
                      <a:pt x="148442" y="271315"/>
                      <a:pt x="139875" y="246378"/>
                    </a:cubicBezTo>
                    <a:cubicBezTo>
                      <a:pt x="117577" y="182780"/>
                      <a:pt x="95749" y="119890"/>
                      <a:pt x="51499" y="73211"/>
                    </a:cubicBezTo>
                    <a:cubicBezTo>
                      <a:pt x="40691" y="61834"/>
                      <a:pt x="29467" y="49763"/>
                      <a:pt x="19690" y="3662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3CA5C733-38F9-4D36-A78D-0AB08CCBB5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748588" y="0"/>
                <a:ext cx="1339053" cy="6858000"/>
              </a:xfrm>
              <a:custGeom>
                <a:avLst/>
                <a:gdLst>
                  <a:gd name="connsiteX0" fmla="*/ 850532 w 1339053"/>
                  <a:gd name="connsiteY0" fmla="*/ 3481838 h 6858000"/>
                  <a:gd name="connsiteX1" fmla="*/ 877027 w 1339053"/>
                  <a:gd name="connsiteY1" fmla="*/ 3490955 h 6858000"/>
                  <a:gd name="connsiteX2" fmla="*/ 922718 w 1339053"/>
                  <a:gd name="connsiteY2" fmla="*/ 3516472 h 6858000"/>
                  <a:gd name="connsiteX3" fmla="*/ 1094179 w 1339053"/>
                  <a:gd name="connsiteY3" fmla="*/ 3567567 h 6858000"/>
                  <a:gd name="connsiteX4" fmla="*/ 1118891 w 1339053"/>
                  <a:gd name="connsiteY4" fmla="*/ 3568331 h 6858000"/>
                  <a:gd name="connsiteX5" fmla="*/ 1295961 w 1339053"/>
                  <a:gd name="connsiteY5" fmla="*/ 3584709 h 6858000"/>
                  <a:gd name="connsiteX6" fmla="*/ 1308070 w 1339053"/>
                  <a:gd name="connsiteY6" fmla="*/ 3585183 h 6858000"/>
                  <a:gd name="connsiteX7" fmla="*/ 1325263 w 1339053"/>
                  <a:gd name="connsiteY7" fmla="*/ 3705453 h 6858000"/>
                  <a:gd name="connsiteX8" fmla="*/ 1334107 w 1339053"/>
                  <a:gd name="connsiteY8" fmla="*/ 3772268 h 6858000"/>
                  <a:gd name="connsiteX9" fmla="*/ 1338203 w 1339053"/>
                  <a:gd name="connsiteY9" fmla="*/ 3831076 h 6858000"/>
                  <a:gd name="connsiteX10" fmla="*/ 1338805 w 1339053"/>
                  <a:gd name="connsiteY10" fmla="*/ 3839709 h 6858000"/>
                  <a:gd name="connsiteX11" fmla="*/ 1335635 w 1339053"/>
                  <a:gd name="connsiteY11" fmla="*/ 4118635 h 6858000"/>
                  <a:gd name="connsiteX12" fmla="*/ 1337171 w 1339053"/>
                  <a:gd name="connsiteY12" fmla="*/ 4209403 h 6858000"/>
                  <a:gd name="connsiteX13" fmla="*/ 1325840 w 1339053"/>
                  <a:gd name="connsiteY13" fmla="*/ 4309174 h 6858000"/>
                  <a:gd name="connsiteX14" fmla="*/ 1321122 w 1339053"/>
                  <a:gd name="connsiteY14" fmla="*/ 4473630 h 6858000"/>
                  <a:gd name="connsiteX15" fmla="*/ 1302196 w 1339053"/>
                  <a:gd name="connsiteY15" fmla="*/ 4791709 h 6858000"/>
                  <a:gd name="connsiteX16" fmla="*/ 1293239 w 1339053"/>
                  <a:gd name="connsiteY16" fmla="*/ 4860048 h 6858000"/>
                  <a:gd name="connsiteX17" fmla="*/ 1288829 w 1339053"/>
                  <a:gd name="connsiteY17" fmla="*/ 5039837 h 6858000"/>
                  <a:gd name="connsiteX18" fmla="*/ 1289584 w 1339053"/>
                  <a:gd name="connsiteY18" fmla="*/ 5148703 h 6858000"/>
                  <a:gd name="connsiteX19" fmla="*/ 1282205 w 1339053"/>
                  <a:gd name="connsiteY19" fmla="*/ 5236435 h 6858000"/>
                  <a:gd name="connsiteX20" fmla="*/ 1268145 w 1339053"/>
                  <a:gd name="connsiteY20" fmla="*/ 5311662 h 6858000"/>
                  <a:gd name="connsiteX21" fmla="*/ 1250547 w 1339053"/>
                  <a:gd name="connsiteY21" fmla="*/ 5515595 h 6858000"/>
                  <a:gd name="connsiteX22" fmla="*/ 1243323 w 1339053"/>
                  <a:gd name="connsiteY22" fmla="*/ 5596885 h 6858000"/>
                  <a:gd name="connsiteX23" fmla="*/ 1238303 w 1339053"/>
                  <a:gd name="connsiteY23" fmla="*/ 5812036 h 6858000"/>
                  <a:gd name="connsiteX24" fmla="*/ 1223551 w 1339053"/>
                  <a:gd name="connsiteY24" fmla="*/ 5991171 h 6858000"/>
                  <a:gd name="connsiteX25" fmla="*/ 1219699 w 1339053"/>
                  <a:gd name="connsiteY25" fmla="*/ 6066726 h 6858000"/>
                  <a:gd name="connsiteX26" fmla="*/ 1199935 w 1339053"/>
                  <a:gd name="connsiteY26" fmla="*/ 6236130 h 6858000"/>
                  <a:gd name="connsiteX27" fmla="*/ 1192857 w 1339053"/>
                  <a:gd name="connsiteY27" fmla="*/ 6333267 h 6858000"/>
                  <a:gd name="connsiteX28" fmla="*/ 1148174 w 1339053"/>
                  <a:gd name="connsiteY28" fmla="*/ 6561849 h 6858000"/>
                  <a:gd name="connsiteX29" fmla="*/ 1100424 w 1339053"/>
                  <a:gd name="connsiteY29" fmla="*/ 6797385 h 6858000"/>
                  <a:gd name="connsiteX30" fmla="*/ 1085621 w 1339053"/>
                  <a:gd name="connsiteY30" fmla="*/ 6858000 h 6858000"/>
                  <a:gd name="connsiteX31" fmla="*/ 932341 w 1339053"/>
                  <a:gd name="connsiteY31" fmla="*/ 6858000 h 6858000"/>
                  <a:gd name="connsiteX32" fmla="*/ 944496 w 1339053"/>
                  <a:gd name="connsiteY32" fmla="*/ 6829656 h 6858000"/>
                  <a:gd name="connsiteX33" fmla="*/ 913239 w 1339053"/>
                  <a:gd name="connsiteY33" fmla="*/ 6720119 h 6858000"/>
                  <a:gd name="connsiteX34" fmla="*/ 870682 w 1339053"/>
                  <a:gd name="connsiteY34" fmla="*/ 6655346 h 6858000"/>
                  <a:gd name="connsiteX35" fmla="*/ 846442 w 1339053"/>
                  <a:gd name="connsiteY35" fmla="*/ 6498594 h 6858000"/>
                  <a:gd name="connsiteX36" fmla="*/ 881150 w 1339053"/>
                  <a:gd name="connsiteY36" fmla="*/ 6473756 h 6858000"/>
                  <a:gd name="connsiteX37" fmla="*/ 922470 w 1339053"/>
                  <a:gd name="connsiteY37" fmla="*/ 6377035 h 6858000"/>
                  <a:gd name="connsiteX38" fmla="*/ 955039 w 1339053"/>
                  <a:gd name="connsiteY38" fmla="*/ 6268585 h 6858000"/>
                  <a:gd name="connsiteX39" fmla="*/ 1024350 w 1339053"/>
                  <a:gd name="connsiteY39" fmla="*/ 6083443 h 6858000"/>
                  <a:gd name="connsiteX40" fmla="*/ 999696 w 1339053"/>
                  <a:gd name="connsiteY40" fmla="*/ 5938416 h 6858000"/>
                  <a:gd name="connsiteX41" fmla="*/ 988342 w 1339053"/>
                  <a:gd name="connsiteY41" fmla="*/ 5882426 h 6858000"/>
                  <a:gd name="connsiteX42" fmla="*/ 985444 w 1339053"/>
                  <a:gd name="connsiteY42" fmla="*/ 5832438 h 6858000"/>
                  <a:gd name="connsiteX43" fmla="*/ 992016 w 1339053"/>
                  <a:gd name="connsiteY43" fmla="*/ 5777751 h 6858000"/>
                  <a:gd name="connsiteX44" fmla="*/ 995028 w 1339053"/>
                  <a:gd name="connsiteY44" fmla="*/ 5641832 h 6858000"/>
                  <a:gd name="connsiteX45" fmla="*/ 981247 w 1339053"/>
                  <a:gd name="connsiteY45" fmla="*/ 5562522 h 6858000"/>
                  <a:gd name="connsiteX46" fmla="*/ 995131 w 1339053"/>
                  <a:gd name="connsiteY46" fmla="*/ 5398075 h 6858000"/>
                  <a:gd name="connsiteX47" fmla="*/ 997379 w 1339053"/>
                  <a:gd name="connsiteY47" fmla="*/ 5283928 h 6858000"/>
                  <a:gd name="connsiteX48" fmla="*/ 979617 w 1339053"/>
                  <a:gd name="connsiteY48" fmla="*/ 5157396 h 6858000"/>
                  <a:gd name="connsiteX49" fmla="*/ 976441 w 1339053"/>
                  <a:gd name="connsiteY49" fmla="*/ 5139485 h 6858000"/>
                  <a:gd name="connsiteX50" fmla="*/ 953793 w 1339053"/>
                  <a:gd name="connsiteY50" fmla="*/ 5091862 h 6858000"/>
                  <a:gd name="connsiteX51" fmla="*/ 853056 w 1339053"/>
                  <a:gd name="connsiteY51" fmla="*/ 5001787 h 6858000"/>
                  <a:gd name="connsiteX52" fmla="*/ 833979 w 1339053"/>
                  <a:gd name="connsiteY52" fmla="*/ 4978966 h 6858000"/>
                  <a:gd name="connsiteX53" fmla="*/ 796995 w 1339053"/>
                  <a:gd name="connsiteY53" fmla="*/ 4813768 h 6858000"/>
                  <a:gd name="connsiteX54" fmla="*/ 820590 w 1339053"/>
                  <a:gd name="connsiteY54" fmla="*/ 4764057 h 6858000"/>
                  <a:gd name="connsiteX55" fmla="*/ 864688 w 1339053"/>
                  <a:gd name="connsiteY55" fmla="*/ 4714752 h 6858000"/>
                  <a:gd name="connsiteX56" fmla="*/ 910485 w 1339053"/>
                  <a:gd name="connsiteY56" fmla="*/ 4590911 h 6858000"/>
                  <a:gd name="connsiteX57" fmla="*/ 911445 w 1339053"/>
                  <a:gd name="connsiteY57" fmla="*/ 4539571 h 6858000"/>
                  <a:gd name="connsiteX58" fmla="*/ 900285 w 1339053"/>
                  <a:gd name="connsiteY58" fmla="*/ 4445837 h 6858000"/>
                  <a:gd name="connsiteX59" fmla="*/ 863237 w 1339053"/>
                  <a:gd name="connsiteY59" fmla="*/ 4364703 h 6858000"/>
                  <a:gd name="connsiteX60" fmla="*/ 798070 w 1339053"/>
                  <a:gd name="connsiteY60" fmla="*/ 4243284 h 6858000"/>
                  <a:gd name="connsiteX61" fmla="*/ 817097 w 1339053"/>
                  <a:gd name="connsiteY61" fmla="*/ 4054750 h 6858000"/>
                  <a:gd name="connsiteX62" fmla="*/ 826251 w 1339053"/>
                  <a:gd name="connsiteY62" fmla="*/ 3982801 h 6858000"/>
                  <a:gd name="connsiteX63" fmla="*/ 836848 w 1339053"/>
                  <a:gd name="connsiteY63" fmla="*/ 3784939 h 6858000"/>
                  <a:gd name="connsiteX64" fmla="*/ 841285 w 1339053"/>
                  <a:gd name="connsiteY64" fmla="*/ 3766755 h 6858000"/>
                  <a:gd name="connsiteX65" fmla="*/ 841284 w 1339053"/>
                  <a:gd name="connsiteY65" fmla="*/ 3766755 h 6858000"/>
                  <a:gd name="connsiteX66" fmla="*/ 852925 w 1339053"/>
                  <a:gd name="connsiteY66" fmla="*/ 3719034 h 6858000"/>
                  <a:gd name="connsiteX67" fmla="*/ 857932 w 1339053"/>
                  <a:gd name="connsiteY67" fmla="*/ 3696880 h 6858000"/>
                  <a:gd name="connsiteX68" fmla="*/ 853534 w 1339053"/>
                  <a:gd name="connsiteY68" fmla="*/ 3507036 h 6858000"/>
                  <a:gd name="connsiteX69" fmla="*/ 850226 w 1339053"/>
                  <a:gd name="connsiteY69" fmla="*/ 3485839 h 6858000"/>
                  <a:gd name="connsiteX70" fmla="*/ 0 w 1339053"/>
                  <a:gd name="connsiteY70" fmla="*/ 0 h 6858000"/>
                  <a:gd name="connsiteX71" fmla="*/ 455609 w 1339053"/>
                  <a:gd name="connsiteY71" fmla="*/ 0 h 6858000"/>
                  <a:gd name="connsiteX72" fmla="*/ 459171 w 1339053"/>
                  <a:gd name="connsiteY72" fmla="*/ 72395 h 6858000"/>
                  <a:gd name="connsiteX73" fmla="*/ 460041 w 1339053"/>
                  <a:gd name="connsiteY73" fmla="*/ 131917 h 6858000"/>
                  <a:gd name="connsiteX74" fmla="*/ 504421 w 1339053"/>
                  <a:gd name="connsiteY74" fmla="*/ 389691 h 6858000"/>
                  <a:gd name="connsiteX75" fmla="*/ 582097 w 1339053"/>
                  <a:gd name="connsiteY75" fmla="*/ 634609 h 6858000"/>
                  <a:gd name="connsiteX76" fmla="*/ 702468 w 1339053"/>
                  <a:gd name="connsiteY76" fmla="*/ 834019 h 6858000"/>
                  <a:gd name="connsiteX77" fmla="*/ 729203 w 1339053"/>
                  <a:gd name="connsiteY77" fmla="*/ 887701 h 6858000"/>
                  <a:gd name="connsiteX78" fmla="*/ 743787 w 1339053"/>
                  <a:gd name="connsiteY78" fmla="*/ 1016355 h 6858000"/>
                  <a:gd name="connsiteX79" fmla="*/ 750083 w 1339053"/>
                  <a:gd name="connsiteY79" fmla="*/ 1128060 h 6858000"/>
                  <a:gd name="connsiteX80" fmla="*/ 768866 w 1339053"/>
                  <a:gd name="connsiteY80" fmla="*/ 1213431 h 6858000"/>
                  <a:gd name="connsiteX81" fmla="*/ 787802 w 1339053"/>
                  <a:gd name="connsiteY81" fmla="*/ 1286432 h 6858000"/>
                  <a:gd name="connsiteX82" fmla="*/ 842837 w 1339053"/>
                  <a:gd name="connsiteY82" fmla="*/ 1455511 h 6858000"/>
                  <a:gd name="connsiteX83" fmla="*/ 877988 w 1339053"/>
                  <a:gd name="connsiteY83" fmla="*/ 1634814 h 6858000"/>
                  <a:gd name="connsiteX84" fmla="*/ 941063 w 1339053"/>
                  <a:gd name="connsiteY84" fmla="*/ 1789731 h 6858000"/>
                  <a:gd name="connsiteX85" fmla="*/ 980124 w 1339053"/>
                  <a:gd name="connsiteY85" fmla="*/ 1857657 h 6858000"/>
                  <a:gd name="connsiteX86" fmla="*/ 984484 w 1339053"/>
                  <a:gd name="connsiteY86" fmla="*/ 1976384 h 6858000"/>
                  <a:gd name="connsiteX87" fmla="*/ 1007189 w 1339053"/>
                  <a:gd name="connsiteY87" fmla="*/ 2110650 h 6858000"/>
                  <a:gd name="connsiteX88" fmla="*/ 1039893 w 1339053"/>
                  <a:gd name="connsiteY88" fmla="*/ 2211041 h 6858000"/>
                  <a:gd name="connsiteX89" fmla="*/ 1059162 w 1339053"/>
                  <a:gd name="connsiteY89" fmla="*/ 2286682 h 6858000"/>
                  <a:gd name="connsiteX90" fmla="*/ 1070522 w 1339053"/>
                  <a:gd name="connsiteY90" fmla="*/ 2388667 h 6858000"/>
                  <a:gd name="connsiteX91" fmla="*/ 1093939 w 1339053"/>
                  <a:gd name="connsiteY91" fmla="*/ 2494653 h 6858000"/>
                  <a:gd name="connsiteX92" fmla="*/ 1112007 w 1339053"/>
                  <a:gd name="connsiteY92" fmla="*/ 2548197 h 6858000"/>
                  <a:gd name="connsiteX93" fmla="*/ 1138346 w 1339053"/>
                  <a:gd name="connsiteY93" fmla="*/ 2649163 h 6858000"/>
                  <a:gd name="connsiteX94" fmla="*/ 1160337 w 1339053"/>
                  <a:gd name="connsiteY94" fmla="*/ 2751608 h 6858000"/>
                  <a:gd name="connsiteX95" fmla="*/ 1165737 w 1339053"/>
                  <a:gd name="connsiteY95" fmla="*/ 2933012 h 6858000"/>
                  <a:gd name="connsiteX96" fmla="*/ 1202029 w 1339053"/>
                  <a:gd name="connsiteY96" fmla="*/ 3107873 h 6858000"/>
                  <a:gd name="connsiteX97" fmla="*/ 1225692 w 1339053"/>
                  <a:gd name="connsiteY97" fmla="*/ 3244974 h 6858000"/>
                  <a:gd name="connsiteX98" fmla="*/ 1243916 w 1339053"/>
                  <a:gd name="connsiteY98" fmla="*/ 3326221 h 6858000"/>
                  <a:gd name="connsiteX99" fmla="*/ 1293067 w 1339053"/>
                  <a:gd name="connsiteY99" fmla="*/ 3480219 h 6858000"/>
                  <a:gd name="connsiteX100" fmla="*/ 1308071 w 1339053"/>
                  <a:gd name="connsiteY100" fmla="*/ 3585182 h 6858000"/>
                  <a:gd name="connsiteX101" fmla="*/ 1295962 w 1339053"/>
                  <a:gd name="connsiteY101" fmla="*/ 3584708 h 6858000"/>
                  <a:gd name="connsiteX102" fmla="*/ 1118893 w 1339053"/>
                  <a:gd name="connsiteY102" fmla="*/ 3568330 h 6858000"/>
                  <a:gd name="connsiteX103" fmla="*/ 1094179 w 1339053"/>
                  <a:gd name="connsiteY103" fmla="*/ 3567566 h 6858000"/>
                  <a:gd name="connsiteX104" fmla="*/ 922719 w 1339053"/>
                  <a:gd name="connsiteY104" fmla="*/ 3516472 h 6858000"/>
                  <a:gd name="connsiteX105" fmla="*/ 877028 w 1339053"/>
                  <a:gd name="connsiteY105" fmla="*/ 3490955 h 6858000"/>
                  <a:gd name="connsiteX106" fmla="*/ 850533 w 1339053"/>
                  <a:gd name="connsiteY106" fmla="*/ 3481837 h 6858000"/>
                  <a:gd name="connsiteX107" fmla="*/ 852113 w 1339053"/>
                  <a:gd name="connsiteY107" fmla="*/ 3461170 h 6858000"/>
                  <a:gd name="connsiteX108" fmla="*/ 831383 w 1339053"/>
                  <a:gd name="connsiteY108" fmla="*/ 3399179 h 6858000"/>
                  <a:gd name="connsiteX109" fmla="*/ 743141 w 1339053"/>
                  <a:gd name="connsiteY109" fmla="*/ 3320580 h 6858000"/>
                  <a:gd name="connsiteX110" fmla="*/ 713221 w 1339053"/>
                  <a:gd name="connsiteY110" fmla="*/ 3251241 h 6858000"/>
                  <a:gd name="connsiteX111" fmla="*/ 697098 w 1339053"/>
                  <a:gd name="connsiteY111" fmla="*/ 3202528 h 6858000"/>
                  <a:gd name="connsiteX112" fmla="*/ 664820 w 1339053"/>
                  <a:gd name="connsiteY112" fmla="*/ 3154190 h 6858000"/>
                  <a:gd name="connsiteX113" fmla="*/ 572501 w 1339053"/>
                  <a:gd name="connsiteY113" fmla="*/ 3087312 h 6858000"/>
                  <a:gd name="connsiteX114" fmla="*/ 497703 w 1339053"/>
                  <a:gd name="connsiteY114" fmla="*/ 3005243 h 6858000"/>
                  <a:gd name="connsiteX115" fmla="*/ 476984 w 1339053"/>
                  <a:gd name="connsiteY115" fmla="*/ 2892751 h 6858000"/>
                  <a:gd name="connsiteX116" fmla="*/ 468947 w 1339053"/>
                  <a:gd name="connsiteY116" fmla="*/ 2824527 h 6858000"/>
                  <a:gd name="connsiteX117" fmla="*/ 569138 w 1339053"/>
                  <a:gd name="connsiteY117" fmla="*/ 2595026 h 6858000"/>
                  <a:gd name="connsiteX118" fmla="*/ 645397 w 1339053"/>
                  <a:gd name="connsiteY118" fmla="*/ 2440808 h 6858000"/>
                  <a:gd name="connsiteX119" fmla="*/ 651820 w 1339053"/>
                  <a:gd name="connsiteY119" fmla="*/ 2384384 h 6858000"/>
                  <a:gd name="connsiteX120" fmla="*/ 612994 w 1339053"/>
                  <a:gd name="connsiteY120" fmla="*/ 2207332 h 6858000"/>
                  <a:gd name="connsiteX121" fmla="*/ 620894 w 1339053"/>
                  <a:gd name="connsiteY121" fmla="*/ 2046679 h 6858000"/>
                  <a:gd name="connsiteX122" fmla="*/ 644614 w 1339053"/>
                  <a:gd name="connsiteY122" fmla="*/ 1931265 h 6858000"/>
                  <a:gd name="connsiteX123" fmla="*/ 665994 w 1339053"/>
                  <a:gd name="connsiteY123" fmla="*/ 1832337 h 6858000"/>
                  <a:gd name="connsiteX124" fmla="*/ 678276 w 1339053"/>
                  <a:gd name="connsiteY124" fmla="*/ 1709437 h 6858000"/>
                  <a:gd name="connsiteX125" fmla="*/ 672955 w 1339053"/>
                  <a:gd name="connsiteY125" fmla="*/ 1636123 h 6858000"/>
                  <a:gd name="connsiteX126" fmla="*/ 668480 w 1339053"/>
                  <a:gd name="connsiteY126" fmla="*/ 1520749 h 6858000"/>
                  <a:gd name="connsiteX127" fmla="*/ 653920 w 1339053"/>
                  <a:gd name="connsiteY127" fmla="*/ 1399437 h 6858000"/>
                  <a:gd name="connsiteX128" fmla="*/ 612686 w 1339053"/>
                  <a:gd name="connsiteY128" fmla="*/ 1296979 h 6858000"/>
                  <a:gd name="connsiteX129" fmla="*/ 570220 w 1339053"/>
                  <a:gd name="connsiteY129" fmla="*/ 1235618 h 6858000"/>
                  <a:gd name="connsiteX130" fmla="*/ 529736 w 1339053"/>
                  <a:gd name="connsiteY130" fmla="*/ 1081752 h 6858000"/>
                  <a:gd name="connsiteX131" fmla="*/ 414305 w 1339053"/>
                  <a:gd name="connsiteY131" fmla="*/ 918292 h 6858000"/>
                  <a:gd name="connsiteX132" fmla="*/ 373924 w 1339053"/>
                  <a:gd name="connsiteY132" fmla="*/ 825689 h 6858000"/>
                  <a:gd name="connsiteX133" fmla="*/ 368949 w 1339053"/>
                  <a:gd name="connsiteY133" fmla="*/ 778726 h 6858000"/>
                  <a:gd name="connsiteX134" fmla="*/ 347020 w 1339053"/>
                  <a:gd name="connsiteY134" fmla="*/ 694643 h 6858000"/>
                  <a:gd name="connsiteX135" fmla="*/ 327478 w 1339053"/>
                  <a:gd name="connsiteY135" fmla="*/ 642898 h 6858000"/>
                  <a:gd name="connsiteX136" fmla="*/ 243468 w 1339053"/>
                  <a:gd name="connsiteY136" fmla="*/ 491960 h 6858000"/>
                  <a:gd name="connsiteX137" fmla="*/ 218930 w 1339053"/>
                  <a:gd name="connsiteY137" fmla="*/ 446010 h 6858000"/>
                  <a:gd name="connsiteX138" fmla="*/ 180614 w 1339053"/>
                  <a:gd name="connsiteY138" fmla="*/ 354892 h 6858000"/>
                  <a:gd name="connsiteX139" fmla="*/ 171988 w 1339053"/>
                  <a:gd name="connsiteY139" fmla="*/ 317521 h 6858000"/>
                  <a:gd name="connsiteX140" fmla="*/ 139875 w 1339053"/>
                  <a:gd name="connsiteY140" fmla="*/ 246378 h 6858000"/>
                  <a:gd name="connsiteX141" fmla="*/ 51499 w 1339053"/>
                  <a:gd name="connsiteY141" fmla="*/ 73211 h 6858000"/>
                  <a:gd name="connsiteX142" fmla="*/ 19690 w 1339053"/>
                  <a:gd name="connsiteY142" fmla="*/ 3662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</a:cxnLst>
                <a:rect l="l" t="t" r="r" b="b"/>
                <a:pathLst>
                  <a:path w="1339053" h="6858000">
                    <a:moveTo>
                      <a:pt x="850532" y="3481838"/>
                    </a:moveTo>
                    <a:lnTo>
                      <a:pt x="877027" y="3490955"/>
                    </a:lnTo>
                    <a:cubicBezTo>
                      <a:pt x="892941" y="3497986"/>
                      <a:pt x="908176" y="3506416"/>
                      <a:pt x="922718" y="3516472"/>
                    </a:cubicBezTo>
                    <a:cubicBezTo>
                      <a:pt x="967062" y="3547282"/>
                      <a:pt x="1027547" y="3564030"/>
                      <a:pt x="1094179" y="3567567"/>
                    </a:cubicBezTo>
                    <a:cubicBezTo>
                      <a:pt x="1102515" y="3567965"/>
                      <a:pt x="1113434" y="3565936"/>
                      <a:pt x="1118891" y="3568331"/>
                    </a:cubicBezTo>
                    <a:cubicBezTo>
                      <a:pt x="1180628" y="3594888"/>
                      <a:pt x="1237753" y="3586304"/>
                      <a:pt x="1295961" y="3584709"/>
                    </a:cubicBezTo>
                    <a:lnTo>
                      <a:pt x="1308070" y="3585183"/>
                    </a:lnTo>
                    <a:lnTo>
                      <a:pt x="1325263" y="3705453"/>
                    </a:lnTo>
                    <a:cubicBezTo>
                      <a:pt x="1328254" y="3727679"/>
                      <a:pt x="1331526" y="3749922"/>
                      <a:pt x="1334107" y="3772268"/>
                    </a:cubicBezTo>
                    <a:lnTo>
                      <a:pt x="1338203" y="3831076"/>
                    </a:lnTo>
                    <a:lnTo>
                      <a:pt x="1338805" y="3839709"/>
                    </a:lnTo>
                    <a:cubicBezTo>
                      <a:pt x="1339996" y="3932341"/>
                      <a:pt x="1336568" y="4025809"/>
                      <a:pt x="1335635" y="4118635"/>
                    </a:cubicBezTo>
                    <a:cubicBezTo>
                      <a:pt x="1335202" y="4148976"/>
                      <a:pt x="1338805" y="4178868"/>
                      <a:pt x="1337171" y="4209403"/>
                    </a:cubicBezTo>
                    <a:cubicBezTo>
                      <a:pt x="1335445" y="4242449"/>
                      <a:pt x="1327565" y="4276129"/>
                      <a:pt x="1325840" y="4309174"/>
                    </a:cubicBezTo>
                    <a:cubicBezTo>
                      <a:pt x="1322853" y="4364122"/>
                      <a:pt x="1323899" y="4418621"/>
                      <a:pt x="1321122" y="4473630"/>
                    </a:cubicBezTo>
                    <a:cubicBezTo>
                      <a:pt x="1315632" y="4579723"/>
                      <a:pt x="1309019" y="4685750"/>
                      <a:pt x="1302196" y="4791709"/>
                    </a:cubicBezTo>
                    <a:cubicBezTo>
                      <a:pt x="1300696" y="4814383"/>
                      <a:pt x="1294244" y="4837504"/>
                      <a:pt x="1293239" y="4860048"/>
                    </a:cubicBezTo>
                    <a:cubicBezTo>
                      <a:pt x="1290785" y="4919957"/>
                      <a:pt x="1289660" y="4979994"/>
                      <a:pt x="1288829" y="5039837"/>
                    </a:cubicBezTo>
                    <a:cubicBezTo>
                      <a:pt x="1288401" y="5076103"/>
                      <a:pt x="1290512" y="5112310"/>
                      <a:pt x="1289584" y="5148703"/>
                    </a:cubicBezTo>
                    <a:cubicBezTo>
                      <a:pt x="1288845" y="5177820"/>
                      <a:pt x="1286193" y="5207193"/>
                      <a:pt x="1282205" y="5236435"/>
                    </a:cubicBezTo>
                    <a:cubicBezTo>
                      <a:pt x="1278784" y="5261619"/>
                      <a:pt x="1270649" y="5286477"/>
                      <a:pt x="1268145" y="5311662"/>
                    </a:cubicBezTo>
                    <a:cubicBezTo>
                      <a:pt x="1261308" y="5379812"/>
                      <a:pt x="1256387" y="5447703"/>
                      <a:pt x="1250547" y="5515595"/>
                    </a:cubicBezTo>
                    <a:cubicBezTo>
                      <a:pt x="1248113" y="5542776"/>
                      <a:pt x="1244054" y="5570023"/>
                      <a:pt x="1243323" y="5596885"/>
                    </a:cubicBezTo>
                    <a:cubicBezTo>
                      <a:pt x="1241082" y="5668709"/>
                      <a:pt x="1241668" y="5740276"/>
                      <a:pt x="1238303" y="5812036"/>
                    </a:cubicBezTo>
                    <a:cubicBezTo>
                      <a:pt x="1235508" y="5871554"/>
                      <a:pt x="1228259" y="5931392"/>
                      <a:pt x="1223551" y="5991171"/>
                    </a:cubicBezTo>
                    <a:cubicBezTo>
                      <a:pt x="1221675" y="6016549"/>
                      <a:pt x="1222415" y="6041609"/>
                      <a:pt x="1219699" y="6066726"/>
                    </a:cubicBezTo>
                    <a:cubicBezTo>
                      <a:pt x="1213776" y="6123024"/>
                      <a:pt x="1205938" y="6179576"/>
                      <a:pt x="1199935" y="6236130"/>
                    </a:cubicBezTo>
                    <a:cubicBezTo>
                      <a:pt x="1196614" y="6268403"/>
                      <a:pt x="1198425" y="6301127"/>
                      <a:pt x="1192857" y="6333267"/>
                    </a:cubicBezTo>
                    <a:cubicBezTo>
                      <a:pt x="1179603" y="6409590"/>
                      <a:pt x="1163470" y="6485591"/>
                      <a:pt x="1148174" y="6561849"/>
                    </a:cubicBezTo>
                    <a:cubicBezTo>
                      <a:pt x="1132370" y="6640486"/>
                      <a:pt x="1117066" y="6719000"/>
                      <a:pt x="1100424" y="6797385"/>
                    </a:cubicBezTo>
                    <a:lnTo>
                      <a:pt x="1085621" y="6858000"/>
                    </a:lnTo>
                    <a:lnTo>
                      <a:pt x="932341" y="6858000"/>
                    </a:lnTo>
                    <a:lnTo>
                      <a:pt x="944496" y="6829656"/>
                    </a:lnTo>
                    <a:cubicBezTo>
                      <a:pt x="964836" y="6776399"/>
                      <a:pt x="953622" y="6744439"/>
                      <a:pt x="913239" y="6720119"/>
                    </a:cubicBezTo>
                    <a:cubicBezTo>
                      <a:pt x="890880" y="6706443"/>
                      <a:pt x="866986" y="6690318"/>
                      <a:pt x="870682" y="6655346"/>
                    </a:cubicBezTo>
                    <a:cubicBezTo>
                      <a:pt x="876846" y="6598274"/>
                      <a:pt x="889503" y="6540954"/>
                      <a:pt x="846442" y="6498594"/>
                    </a:cubicBezTo>
                    <a:cubicBezTo>
                      <a:pt x="862273" y="6487399"/>
                      <a:pt x="871751" y="6480449"/>
                      <a:pt x="881150" y="6473756"/>
                    </a:cubicBezTo>
                    <a:cubicBezTo>
                      <a:pt x="907245" y="6455292"/>
                      <a:pt x="930705" y="6407516"/>
                      <a:pt x="922470" y="6377035"/>
                    </a:cubicBezTo>
                    <a:cubicBezTo>
                      <a:pt x="910652" y="6332192"/>
                      <a:pt x="925705" y="6299028"/>
                      <a:pt x="955039" y="6268585"/>
                    </a:cubicBezTo>
                    <a:cubicBezTo>
                      <a:pt x="1003777" y="6217606"/>
                      <a:pt x="1017630" y="6148240"/>
                      <a:pt x="1024350" y="6083443"/>
                    </a:cubicBezTo>
                    <a:cubicBezTo>
                      <a:pt x="1029590" y="6034553"/>
                      <a:pt x="1028255" y="5980246"/>
                      <a:pt x="999696" y="5938416"/>
                    </a:cubicBezTo>
                    <a:cubicBezTo>
                      <a:pt x="990505" y="5925141"/>
                      <a:pt x="991039" y="5901884"/>
                      <a:pt x="988342" y="5882426"/>
                    </a:cubicBezTo>
                    <a:cubicBezTo>
                      <a:pt x="986229" y="5866254"/>
                      <a:pt x="984774" y="5849442"/>
                      <a:pt x="985444" y="5832438"/>
                    </a:cubicBezTo>
                    <a:cubicBezTo>
                      <a:pt x="986010" y="5814273"/>
                      <a:pt x="985042" y="5793656"/>
                      <a:pt x="992016" y="5777751"/>
                    </a:cubicBezTo>
                    <a:cubicBezTo>
                      <a:pt x="1012886" y="5729456"/>
                      <a:pt x="1014467" y="5686488"/>
                      <a:pt x="995028" y="5641832"/>
                    </a:cubicBezTo>
                    <a:cubicBezTo>
                      <a:pt x="984984" y="5618696"/>
                      <a:pt x="974301" y="5585771"/>
                      <a:pt x="981247" y="5562522"/>
                    </a:cubicBezTo>
                    <a:cubicBezTo>
                      <a:pt x="998041" y="5505913"/>
                      <a:pt x="997454" y="5454379"/>
                      <a:pt x="995131" y="5398075"/>
                    </a:cubicBezTo>
                    <a:cubicBezTo>
                      <a:pt x="993724" y="5361807"/>
                      <a:pt x="997229" y="5322258"/>
                      <a:pt x="997379" y="5283928"/>
                    </a:cubicBezTo>
                    <a:cubicBezTo>
                      <a:pt x="997473" y="5239095"/>
                      <a:pt x="1006631" y="5193105"/>
                      <a:pt x="979617" y="5157396"/>
                    </a:cubicBezTo>
                    <a:cubicBezTo>
                      <a:pt x="976728" y="5153402"/>
                      <a:pt x="978724" y="5144705"/>
                      <a:pt x="976441" y="5139485"/>
                    </a:cubicBezTo>
                    <a:cubicBezTo>
                      <a:pt x="969619" y="5122991"/>
                      <a:pt x="964828" y="5102888"/>
                      <a:pt x="953793" y="5091862"/>
                    </a:cubicBezTo>
                    <a:cubicBezTo>
                      <a:pt x="921506" y="5059884"/>
                      <a:pt x="886609" y="5031900"/>
                      <a:pt x="853056" y="5001787"/>
                    </a:cubicBezTo>
                    <a:cubicBezTo>
                      <a:pt x="845882" y="4995337"/>
                      <a:pt x="836325" y="4988437"/>
                      <a:pt x="833979" y="4978966"/>
                    </a:cubicBezTo>
                    <a:cubicBezTo>
                      <a:pt x="820602" y="4924328"/>
                      <a:pt x="808509" y="4869239"/>
                      <a:pt x="796995" y="4813768"/>
                    </a:cubicBezTo>
                    <a:cubicBezTo>
                      <a:pt x="792418" y="4791474"/>
                      <a:pt x="803209" y="4777314"/>
                      <a:pt x="820590" y="4764057"/>
                    </a:cubicBezTo>
                    <a:cubicBezTo>
                      <a:pt x="837188" y="4751123"/>
                      <a:pt x="855398" y="4734452"/>
                      <a:pt x="864688" y="4714752"/>
                    </a:cubicBezTo>
                    <a:cubicBezTo>
                      <a:pt x="883062" y="4675275"/>
                      <a:pt x="897521" y="4632902"/>
                      <a:pt x="910485" y="4590911"/>
                    </a:cubicBezTo>
                    <a:cubicBezTo>
                      <a:pt x="915338" y="4575199"/>
                      <a:pt x="912978" y="4556131"/>
                      <a:pt x="911445" y="4539571"/>
                    </a:cubicBezTo>
                    <a:cubicBezTo>
                      <a:pt x="908527" y="4508200"/>
                      <a:pt x="900999" y="4477659"/>
                      <a:pt x="900285" y="4445837"/>
                    </a:cubicBezTo>
                    <a:cubicBezTo>
                      <a:pt x="899539" y="4408923"/>
                      <a:pt x="887958" y="4383340"/>
                      <a:pt x="863237" y="4364703"/>
                    </a:cubicBezTo>
                    <a:cubicBezTo>
                      <a:pt x="826431" y="4336971"/>
                      <a:pt x="808536" y="4292507"/>
                      <a:pt x="798070" y="4243284"/>
                    </a:cubicBezTo>
                    <a:cubicBezTo>
                      <a:pt x="784617" y="4180721"/>
                      <a:pt x="805728" y="4117545"/>
                      <a:pt x="817097" y="4054750"/>
                    </a:cubicBezTo>
                    <a:cubicBezTo>
                      <a:pt x="821537" y="4030724"/>
                      <a:pt x="826632" y="4006057"/>
                      <a:pt x="826251" y="3982801"/>
                    </a:cubicBezTo>
                    <a:cubicBezTo>
                      <a:pt x="825347" y="3916709"/>
                      <a:pt x="825150" y="3850833"/>
                      <a:pt x="836848" y="3784939"/>
                    </a:cubicBezTo>
                    <a:lnTo>
                      <a:pt x="841285" y="3766755"/>
                    </a:lnTo>
                    <a:lnTo>
                      <a:pt x="841284" y="3766755"/>
                    </a:lnTo>
                    <a:lnTo>
                      <a:pt x="852925" y="3719034"/>
                    </a:lnTo>
                    <a:cubicBezTo>
                      <a:pt x="855152" y="3711822"/>
                      <a:pt x="856753" y="3704413"/>
                      <a:pt x="857932" y="3696880"/>
                    </a:cubicBezTo>
                    <a:cubicBezTo>
                      <a:pt x="868683" y="3631632"/>
                      <a:pt x="885300" y="3565939"/>
                      <a:pt x="853534" y="3507036"/>
                    </a:cubicBezTo>
                    <a:cubicBezTo>
                      <a:pt x="850623" y="3501622"/>
                      <a:pt x="849992" y="3494020"/>
                      <a:pt x="850226" y="3485839"/>
                    </a:cubicBezTo>
                    <a:close/>
                    <a:moveTo>
                      <a:pt x="0" y="0"/>
                    </a:moveTo>
                    <a:lnTo>
                      <a:pt x="455609" y="0"/>
                    </a:lnTo>
                    <a:lnTo>
                      <a:pt x="459171" y="72395"/>
                    </a:lnTo>
                    <a:cubicBezTo>
                      <a:pt x="459671" y="92301"/>
                      <a:pt x="456894" y="113171"/>
                      <a:pt x="460041" y="131917"/>
                    </a:cubicBezTo>
                    <a:cubicBezTo>
                      <a:pt x="474213" y="218122"/>
                      <a:pt x="492031" y="302910"/>
                      <a:pt x="504421" y="389691"/>
                    </a:cubicBezTo>
                    <a:cubicBezTo>
                      <a:pt x="517349" y="479177"/>
                      <a:pt x="539516" y="562489"/>
                      <a:pt x="582097" y="634609"/>
                    </a:cubicBezTo>
                    <a:cubicBezTo>
                      <a:pt x="621686" y="701573"/>
                      <a:pt x="662589" y="767248"/>
                      <a:pt x="702468" y="834019"/>
                    </a:cubicBezTo>
                    <a:cubicBezTo>
                      <a:pt x="712587" y="850968"/>
                      <a:pt x="725536" y="867665"/>
                      <a:pt x="729203" y="887701"/>
                    </a:cubicBezTo>
                    <a:cubicBezTo>
                      <a:pt x="736973" y="929321"/>
                      <a:pt x="740155" y="973193"/>
                      <a:pt x="743787" y="1016355"/>
                    </a:cubicBezTo>
                    <a:cubicBezTo>
                      <a:pt x="746786" y="1053398"/>
                      <a:pt x="745800" y="1091467"/>
                      <a:pt x="750083" y="1128060"/>
                    </a:cubicBezTo>
                    <a:cubicBezTo>
                      <a:pt x="753428" y="1157309"/>
                      <a:pt x="762038" y="1185083"/>
                      <a:pt x="768866" y="1213431"/>
                    </a:cubicBezTo>
                    <a:cubicBezTo>
                      <a:pt x="774767" y="1238107"/>
                      <a:pt x="778357" y="1264327"/>
                      <a:pt x="787802" y="1286432"/>
                    </a:cubicBezTo>
                    <a:cubicBezTo>
                      <a:pt x="810582" y="1340304"/>
                      <a:pt x="832653" y="1394242"/>
                      <a:pt x="842837" y="1455511"/>
                    </a:cubicBezTo>
                    <a:cubicBezTo>
                      <a:pt x="853049" y="1515944"/>
                      <a:pt x="867276" y="1574511"/>
                      <a:pt x="877988" y="1634814"/>
                    </a:cubicBezTo>
                    <a:cubicBezTo>
                      <a:pt x="888390" y="1693895"/>
                      <a:pt x="902813" y="1748857"/>
                      <a:pt x="941063" y="1789731"/>
                    </a:cubicBezTo>
                    <a:cubicBezTo>
                      <a:pt x="957906" y="1807908"/>
                      <a:pt x="975122" y="1831564"/>
                      <a:pt x="980124" y="1857657"/>
                    </a:cubicBezTo>
                    <a:cubicBezTo>
                      <a:pt x="987207" y="1894833"/>
                      <a:pt x="980788" y="1937150"/>
                      <a:pt x="984484" y="1976384"/>
                    </a:cubicBezTo>
                    <a:cubicBezTo>
                      <a:pt x="988781" y="2022576"/>
                      <a:pt x="988793" y="2074493"/>
                      <a:pt x="1007189" y="2110650"/>
                    </a:cubicBezTo>
                    <a:cubicBezTo>
                      <a:pt x="1023612" y="2142809"/>
                      <a:pt x="1034723" y="2173610"/>
                      <a:pt x="1039893" y="2211041"/>
                    </a:cubicBezTo>
                    <a:cubicBezTo>
                      <a:pt x="1043484" y="2237261"/>
                      <a:pt x="1057690" y="2260269"/>
                      <a:pt x="1059162" y="2286682"/>
                    </a:cubicBezTo>
                    <a:cubicBezTo>
                      <a:pt x="1061252" y="2321469"/>
                      <a:pt x="1060754" y="2355740"/>
                      <a:pt x="1070522" y="2388667"/>
                    </a:cubicBezTo>
                    <a:cubicBezTo>
                      <a:pt x="1080600" y="2422815"/>
                      <a:pt x="1085513" y="2459602"/>
                      <a:pt x="1093939" y="2494653"/>
                    </a:cubicBezTo>
                    <a:cubicBezTo>
                      <a:pt x="1098500" y="2513273"/>
                      <a:pt x="1106866" y="2529964"/>
                      <a:pt x="1112007" y="2548197"/>
                    </a:cubicBezTo>
                    <a:cubicBezTo>
                      <a:pt x="1121409" y="2581573"/>
                      <a:pt x="1130232" y="2615336"/>
                      <a:pt x="1138346" y="2649163"/>
                    </a:cubicBezTo>
                    <a:cubicBezTo>
                      <a:pt x="1146465" y="2682988"/>
                      <a:pt x="1157699" y="2716368"/>
                      <a:pt x="1160337" y="2751608"/>
                    </a:cubicBezTo>
                    <a:cubicBezTo>
                      <a:pt x="1164714" y="2811646"/>
                      <a:pt x="1159211" y="2873999"/>
                      <a:pt x="1165737" y="2933012"/>
                    </a:cubicBezTo>
                    <a:cubicBezTo>
                      <a:pt x="1172445" y="2992925"/>
                      <a:pt x="1185964" y="3051556"/>
                      <a:pt x="1202029" y="3107873"/>
                    </a:cubicBezTo>
                    <a:cubicBezTo>
                      <a:pt x="1214635" y="3152396"/>
                      <a:pt x="1227749" y="3194534"/>
                      <a:pt x="1225692" y="3244974"/>
                    </a:cubicBezTo>
                    <a:cubicBezTo>
                      <a:pt x="1224565" y="3273123"/>
                      <a:pt x="1231196" y="3305079"/>
                      <a:pt x="1243916" y="3326221"/>
                    </a:cubicBezTo>
                    <a:cubicBezTo>
                      <a:pt x="1271701" y="3372044"/>
                      <a:pt x="1285247" y="3423911"/>
                      <a:pt x="1293067" y="3480219"/>
                    </a:cubicBezTo>
                    <a:lnTo>
                      <a:pt x="1308071" y="3585182"/>
                    </a:lnTo>
                    <a:lnTo>
                      <a:pt x="1295962" y="3584708"/>
                    </a:lnTo>
                    <a:cubicBezTo>
                      <a:pt x="1237754" y="3586303"/>
                      <a:pt x="1180629" y="3594888"/>
                      <a:pt x="1118893" y="3568330"/>
                    </a:cubicBezTo>
                    <a:cubicBezTo>
                      <a:pt x="1113435" y="3565936"/>
                      <a:pt x="1102517" y="3567964"/>
                      <a:pt x="1094179" y="3567566"/>
                    </a:cubicBezTo>
                    <a:cubicBezTo>
                      <a:pt x="1027548" y="3564029"/>
                      <a:pt x="967064" y="3547281"/>
                      <a:pt x="922719" y="3516472"/>
                    </a:cubicBezTo>
                    <a:cubicBezTo>
                      <a:pt x="908178" y="3506414"/>
                      <a:pt x="892942" y="3497984"/>
                      <a:pt x="877028" y="3490955"/>
                    </a:cubicBezTo>
                    <a:lnTo>
                      <a:pt x="850533" y="3481837"/>
                    </a:lnTo>
                    <a:lnTo>
                      <a:pt x="852113" y="3461170"/>
                    </a:lnTo>
                    <a:cubicBezTo>
                      <a:pt x="854391" y="3434500"/>
                      <a:pt x="848474" y="3414331"/>
                      <a:pt x="831383" y="3399179"/>
                    </a:cubicBezTo>
                    <a:cubicBezTo>
                      <a:pt x="801767" y="3373388"/>
                      <a:pt x="773654" y="3344957"/>
                      <a:pt x="743141" y="3320580"/>
                    </a:cubicBezTo>
                    <a:cubicBezTo>
                      <a:pt x="722236" y="3303685"/>
                      <a:pt x="714543" y="3281842"/>
                      <a:pt x="713221" y="3251241"/>
                    </a:cubicBezTo>
                    <a:cubicBezTo>
                      <a:pt x="712555" y="3234106"/>
                      <a:pt x="704768" y="3217029"/>
                      <a:pt x="697098" y="3202528"/>
                    </a:cubicBezTo>
                    <a:cubicBezTo>
                      <a:pt x="687845" y="3184997"/>
                      <a:pt x="672212" y="3172554"/>
                      <a:pt x="664820" y="3154190"/>
                    </a:cubicBezTo>
                    <a:cubicBezTo>
                      <a:pt x="646169" y="3109209"/>
                      <a:pt x="616744" y="3087991"/>
                      <a:pt x="572501" y="3087312"/>
                    </a:cubicBezTo>
                    <a:cubicBezTo>
                      <a:pt x="533259" y="3086763"/>
                      <a:pt x="493731" y="3044085"/>
                      <a:pt x="497703" y="3005243"/>
                    </a:cubicBezTo>
                    <a:cubicBezTo>
                      <a:pt x="502030" y="2962279"/>
                      <a:pt x="490540" y="2928257"/>
                      <a:pt x="476984" y="2892751"/>
                    </a:cubicBezTo>
                    <a:cubicBezTo>
                      <a:pt x="469363" y="2872905"/>
                      <a:pt x="465404" y="2847135"/>
                      <a:pt x="468947" y="2824527"/>
                    </a:cubicBezTo>
                    <a:cubicBezTo>
                      <a:pt x="482188" y="2738605"/>
                      <a:pt x="520979" y="2665650"/>
                      <a:pt x="569138" y="2595026"/>
                    </a:cubicBezTo>
                    <a:cubicBezTo>
                      <a:pt x="600577" y="2548865"/>
                      <a:pt x="622260" y="2493483"/>
                      <a:pt x="645397" y="2440808"/>
                    </a:cubicBezTo>
                    <a:cubicBezTo>
                      <a:pt x="652529" y="2424387"/>
                      <a:pt x="655029" y="2401457"/>
                      <a:pt x="651820" y="2384384"/>
                    </a:cubicBezTo>
                    <a:cubicBezTo>
                      <a:pt x="640949" y="2324596"/>
                      <a:pt x="629163" y="2264805"/>
                      <a:pt x="612994" y="2207332"/>
                    </a:cubicBezTo>
                    <a:cubicBezTo>
                      <a:pt x="597678" y="2153787"/>
                      <a:pt x="601053" y="2099808"/>
                      <a:pt x="620894" y="2046679"/>
                    </a:cubicBezTo>
                    <a:cubicBezTo>
                      <a:pt x="635367" y="2007977"/>
                      <a:pt x="641110" y="1970814"/>
                      <a:pt x="644614" y="1931265"/>
                    </a:cubicBezTo>
                    <a:cubicBezTo>
                      <a:pt x="647465" y="1898285"/>
                      <a:pt x="653360" y="1862859"/>
                      <a:pt x="665994" y="1832337"/>
                    </a:cubicBezTo>
                    <a:cubicBezTo>
                      <a:pt x="683779" y="1789578"/>
                      <a:pt x="688928" y="1751381"/>
                      <a:pt x="678276" y="1709437"/>
                    </a:cubicBezTo>
                    <a:cubicBezTo>
                      <a:pt x="672576" y="1687079"/>
                      <a:pt x="673987" y="1660990"/>
                      <a:pt x="672955" y="1636123"/>
                    </a:cubicBezTo>
                    <a:cubicBezTo>
                      <a:pt x="671272" y="1597795"/>
                      <a:pt x="671867" y="1558758"/>
                      <a:pt x="668480" y="1520749"/>
                    </a:cubicBezTo>
                    <a:cubicBezTo>
                      <a:pt x="665050" y="1479903"/>
                      <a:pt x="655019" y="1440408"/>
                      <a:pt x="653920" y="1399437"/>
                    </a:cubicBezTo>
                    <a:cubicBezTo>
                      <a:pt x="652652" y="1355309"/>
                      <a:pt x="639893" y="1323154"/>
                      <a:pt x="612686" y="1296979"/>
                    </a:cubicBezTo>
                    <a:cubicBezTo>
                      <a:pt x="595576" y="1280408"/>
                      <a:pt x="578401" y="1259588"/>
                      <a:pt x="570220" y="1235618"/>
                    </a:cubicBezTo>
                    <a:cubicBezTo>
                      <a:pt x="553631" y="1186194"/>
                      <a:pt x="545669" y="1131821"/>
                      <a:pt x="529736" y="1081752"/>
                    </a:cubicBezTo>
                    <a:cubicBezTo>
                      <a:pt x="507466" y="1011390"/>
                      <a:pt x="481332" y="944631"/>
                      <a:pt x="414305" y="918292"/>
                    </a:cubicBezTo>
                    <a:cubicBezTo>
                      <a:pt x="377314" y="903769"/>
                      <a:pt x="368843" y="874065"/>
                      <a:pt x="373924" y="825689"/>
                    </a:cubicBezTo>
                    <a:cubicBezTo>
                      <a:pt x="375689" y="809590"/>
                      <a:pt x="376722" y="786203"/>
                      <a:pt x="368949" y="778726"/>
                    </a:cubicBezTo>
                    <a:cubicBezTo>
                      <a:pt x="345838" y="756354"/>
                      <a:pt x="349308" y="725824"/>
                      <a:pt x="347020" y="694643"/>
                    </a:cubicBezTo>
                    <a:cubicBezTo>
                      <a:pt x="345704" y="675894"/>
                      <a:pt x="339306" y="651346"/>
                      <a:pt x="327478" y="642898"/>
                    </a:cubicBezTo>
                    <a:cubicBezTo>
                      <a:pt x="279698" y="608395"/>
                      <a:pt x="263590" y="549247"/>
                      <a:pt x="243468" y="491960"/>
                    </a:cubicBezTo>
                    <a:cubicBezTo>
                      <a:pt x="237433" y="475142"/>
                      <a:pt x="230250" y="456843"/>
                      <a:pt x="218930" y="446010"/>
                    </a:cubicBezTo>
                    <a:cubicBezTo>
                      <a:pt x="194433" y="422927"/>
                      <a:pt x="180036" y="395344"/>
                      <a:pt x="180614" y="354892"/>
                    </a:cubicBezTo>
                    <a:cubicBezTo>
                      <a:pt x="180923" y="342010"/>
                      <a:pt x="176523" y="328798"/>
                      <a:pt x="171988" y="317521"/>
                    </a:cubicBezTo>
                    <a:cubicBezTo>
                      <a:pt x="162052" y="293291"/>
                      <a:pt x="148442" y="271315"/>
                      <a:pt x="139875" y="246378"/>
                    </a:cubicBezTo>
                    <a:cubicBezTo>
                      <a:pt x="117577" y="182780"/>
                      <a:pt x="95749" y="119890"/>
                      <a:pt x="51499" y="73211"/>
                    </a:cubicBezTo>
                    <a:cubicBezTo>
                      <a:pt x="40691" y="61834"/>
                      <a:pt x="29467" y="49763"/>
                      <a:pt x="19690" y="36621"/>
                    </a:cubicBezTo>
                    <a:close/>
                  </a:path>
                </a:pathLst>
              </a:custGeom>
              <a:blipFill dpi="0" rotWithShape="1">
                <a:blip r:embed="rId3">
                  <a:alphaModFix amt="57000"/>
                </a:blip>
                <a:srcRect/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D418988-2F9C-7F1F-1724-3E6084201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176" y="1524002"/>
            <a:ext cx="1973473" cy="1859999"/>
          </a:xfrm>
          <a:custGeom>
            <a:avLst/>
            <a:gdLst/>
            <a:ahLst/>
            <a:cxnLst/>
            <a:rect l="l" t="t" r="r" b="b"/>
            <a:pathLst>
              <a:path w="2598738" h="1860001">
                <a:moveTo>
                  <a:pt x="0" y="0"/>
                </a:moveTo>
                <a:lnTo>
                  <a:pt x="2598738" y="0"/>
                </a:lnTo>
                <a:lnTo>
                  <a:pt x="2598738" y="1860001"/>
                </a:lnTo>
                <a:lnTo>
                  <a:pt x="0" y="1860001"/>
                </a:lnTo>
                <a:close/>
              </a:path>
            </a:pathLst>
          </a:cu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4BEF8E9F-7DBE-610A-0C04-A5FA66CC0B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2581" y="1710112"/>
            <a:ext cx="2598738" cy="1487777"/>
          </a:xfrm>
          <a:custGeom>
            <a:avLst/>
            <a:gdLst/>
            <a:ahLst/>
            <a:cxnLst/>
            <a:rect l="l" t="t" r="r" b="b"/>
            <a:pathLst>
              <a:path w="2598738" h="1860001">
                <a:moveTo>
                  <a:pt x="0" y="0"/>
                </a:moveTo>
                <a:lnTo>
                  <a:pt x="2598738" y="0"/>
                </a:lnTo>
                <a:lnTo>
                  <a:pt x="2598738" y="1860001"/>
                </a:lnTo>
                <a:lnTo>
                  <a:pt x="0" y="1860001"/>
                </a:lnTo>
                <a:close/>
              </a:path>
            </a:pathLst>
          </a:cu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5DA14A6-23C6-F23C-789B-712CF7494C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44" y="3721832"/>
            <a:ext cx="2598738" cy="1364337"/>
          </a:xfrm>
          <a:custGeom>
            <a:avLst/>
            <a:gdLst/>
            <a:ahLst/>
            <a:cxnLst/>
            <a:rect l="l" t="t" r="r" b="b"/>
            <a:pathLst>
              <a:path w="2598738" h="1859999">
                <a:moveTo>
                  <a:pt x="0" y="0"/>
                </a:moveTo>
                <a:lnTo>
                  <a:pt x="2598738" y="0"/>
                </a:lnTo>
                <a:lnTo>
                  <a:pt x="2598738" y="1859999"/>
                </a:lnTo>
                <a:lnTo>
                  <a:pt x="0" y="1859999"/>
                </a:lnTo>
                <a:close/>
              </a:path>
            </a:pathLst>
          </a:cu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655BD4-888F-694C-A348-3857B314A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2581" y="3754316"/>
            <a:ext cx="2598738" cy="1299369"/>
          </a:xfrm>
          <a:custGeom>
            <a:avLst/>
            <a:gdLst/>
            <a:ahLst/>
            <a:cxnLst/>
            <a:rect l="l" t="t" r="r" b="b"/>
            <a:pathLst>
              <a:path w="2598738" h="1859999">
                <a:moveTo>
                  <a:pt x="0" y="0"/>
                </a:moveTo>
                <a:lnTo>
                  <a:pt x="2598738" y="0"/>
                </a:lnTo>
                <a:lnTo>
                  <a:pt x="2598738" y="1859999"/>
                </a:lnTo>
                <a:lnTo>
                  <a:pt x="0" y="1859999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4484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llipse 15">
            <a:extLst>
              <a:ext uri="{FF2B5EF4-FFF2-40B4-BE49-F238E27FC236}">
                <a16:creationId xmlns:a16="http://schemas.microsoft.com/office/drawing/2014/main" id="{EF4EAA89-2562-F541-5E43-8765AD5BDA2A}"/>
              </a:ext>
            </a:extLst>
          </p:cNvPr>
          <p:cNvSpPr>
            <a:spLocks/>
          </p:cNvSpPr>
          <p:nvPr/>
        </p:nvSpPr>
        <p:spPr>
          <a:xfrm>
            <a:off x="4054662" y="1073645"/>
            <a:ext cx="4320000" cy="43200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87EF0D-8196-CE23-62DF-B1C2F495C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156" y="438378"/>
            <a:ext cx="2620617" cy="4561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dirty="0"/>
              <a:t>Inhalt</a:t>
            </a:r>
          </a:p>
          <a:p>
            <a:endParaRPr lang="de-CH" dirty="0"/>
          </a:p>
          <a:p>
            <a:endParaRPr lang="de-CH" dirty="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2FB9D135-6C9B-9C4D-FE88-51EB831A4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83571" l="8462" r="88462">
                        <a14:foregroundMark x1="20385" y1="10357" x2="26538" y2="15000"/>
                        <a14:foregroundMark x1="12308" y1="22143" x2="11923" y2="26071"/>
                        <a14:foregroundMark x1="8846" y1="21786" x2="8462" y2="18929"/>
                        <a14:foregroundMark x1="69615" y1="81786" x2="76923" y2="83214"/>
                        <a14:foregroundMark x1="86538" y1="65357" x2="88846" y2="71429"/>
                        <a14:foregroundMark x1="36923" y1="83571" x2="36154" y2="82500"/>
                      </a14:backgroundRemoval>
                    </a14:imgEffect>
                  </a14:imgLayer>
                </a14:imgProps>
              </a:ext>
            </a:extLst>
          </a:blip>
          <a:srcRect l="-8052" t="-8124" r="-3544" b="-769"/>
          <a:stretch>
            <a:fillRect/>
          </a:stretch>
        </p:blipFill>
        <p:spPr>
          <a:xfrm>
            <a:off x="4556825" y="3683139"/>
            <a:ext cx="75840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9B5C33AE-D726-D2D0-EB89-C78359847A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412" b="95000" l="52955" r="96136">
                        <a14:foregroundMark x1="71364" y1="51176" x2="70000" y2="53824"/>
                        <a14:foregroundMark x1="77955" y1="55588" x2="65000" y2="47353"/>
                        <a14:foregroundMark x1="65000" y1="47353" x2="74091" y2="57941"/>
                        <a14:foregroundMark x1="74091" y1="57941" x2="76818" y2="48824"/>
                        <a14:foregroundMark x1="77045" y1="49118" x2="72273" y2="43824"/>
                        <a14:foregroundMark x1="67045" y1="57353" x2="76818" y2="58824"/>
                        <a14:foregroundMark x1="63864" y1="70294" x2="69318" y2="66471"/>
                        <a14:foregroundMark x1="83409" y1="64412" x2="78864" y2="64706"/>
                        <a14:foregroundMark x1="77955" y1="89118" x2="85000" y2="88824"/>
                        <a14:foregroundMark x1="69318" y1="91176" x2="60455" y2="90588"/>
                        <a14:foregroundMark x1="57955" y1="92941" x2="56818" y2="95294"/>
                        <a14:foregroundMark x1="87045" y1="57941" x2="87045" y2="55882"/>
                        <a14:foregroundMark x1="94091" y1="9412" x2="95227" y2="12059"/>
                        <a14:foregroundMark x1="96136" y1="24412" x2="96136" y2="27353"/>
                        <a14:foregroundMark x1="88182" y1="45882" x2="89773" y2="32059"/>
                        <a14:backgroundMark x1="77955" y1="62941" x2="78636" y2="62647"/>
                        <a14:backgroundMark x1="86591" y1="56471" x2="86818" y2="55294"/>
                        <a14:backgroundMark x1="87273" y1="47941" x2="87273" y2="48529"/>
                      </a14:backgroundRemoval>
                    </a14:imgEffect>
                  </a14:imgLayer>
                </a14:imgProps>
              </a:ext>
            </a:extLst>
          </a:blip>
          <a:srcRect l="33123" t="5090" r="-10312"/>
          <a:stretch>
            <a:fillRect/>
          </a:stretch>
        </p:blipFill>
        <p:spPr>
          <a:xfrm>
            <a:off x="4277708" y="2644441"/>
            <a:ext cx="787927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4E804DB5-87C4-C243-D734-348AAFAB04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7244324" y="3683140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4E5DA23A-AC70-F801-DD1E-46F50AF5CFF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16169" y="1183712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F2FE080-784B-B965-ECDF-FEE3196B79A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2003" t="-12660" r="-7994" b="-13452"/>
          <a:stretch>
            <a:fillRect/>
          </a:stretch>
        </p:blipFill>
        <p:spPr>
          <a:xfrm>
            <a:off x="6856434" y="1612319"/>
            <a:ext cx="82152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190F9A49-F36B-BA33-D2A8-48FB4A3F036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167" l="9667" r="90000">
                        <a14:foregroundMark x1="18667" y1="62333" x2="38833" y2="52500"/>
                        <a14:foregroundMark x1="38833" y1="52500" x2="41500" y2="52000"/>
                        <a14:foregroundMark x1="26500" y1="55333" x2="18333" y2="57000"/>
                        <a14:foregroundMark x1="29167" y1="73167" x2="42500" y2="78833"/>
                        <a14:foregroundMark x1="42500" y1="78833" x2="44167" y2="78500"/>
                        <a14:foregroundMark x1="34333" y1="73000" x2="27500" y2="80000"/>
                        <a14:foregroundMark x1="9833" y1="52167" x2="9833" y2="55667"/>
                        <a14:foregroundMark x1="58000" y1="21667" x2="32833" y2="20167"/>
                        <a14:foregroundMark x1="58667" y1="43667" x2="78000" y2="52500"/>
                        <a14:foregroundMark x1="71500" y1="74167" x2="62833" y2="73833"/>
                        <a14:foregroundMark x1="62833" y1="73833" x2="53667" y2="70833"/>
                        <a14:foregroundMark x1="53667" y1="70833" x2="57667" y2="63333"/>
                        <a14:foregroundMark x1="57667" y1="63333" x2="66333" y2="67667"/>
                        <a14:foregroundMark x1="66333" y1="67667" x2="69667" y2="68333"/>
                        <a14:foregroundMark x1="54333" y1="63000" x2="56167" y2="61167"/>
                        <a14:foregroundMark x1="31833" y1="26000" x2="31167" y2="19333"/>
                        <a14:foregroundMark x1="24667" y1="90167" x2="26000" y2="90000"/>
                        <a14:foregroundMark x1="11000" y1="56167" x2="9833" y2="52833"/>
                        <a14:backgroundMark x1="48167" y1="54667" x2="47667" y2="54000"/>
                        <a14:backgroundMark x1="9333" y1="56833" x2="9833" y2="52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07447" y="2632015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1D93F98D-5577-E276-A05E-5D544A42781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6385081" y="4398371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8F292C12-FC58-A82B-90D8-FCBE88E34A2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19010" y1="45367" x2="27476" y2="43450"/>
                        <a14:foregroundMark x1="20447" y1="27796" x2="23003" y2="29553"/>
                        <a14:foregroundMark x1="31150" y1="12300" x2="33067" y2="19169"/>
                        <a14:foregroundMark x1="69169" y1="14217" x2="66773" y2="19489"/>
                        <a14:foregroundMark x1="74281" y1="30671" x2="79553" y2="28115"/>
                        <a14:foregroundMark x1="74760" y1="43610" x2="79872" y2="45048"/>
                        <a14:foregroundMark x1="55272" y1="86741" x2="49201" y2="8754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71672" y="1642955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BCC94B5-9F72-81B7-0AFB-F9C5A996F50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t="-12517" b="-35120"/>
          <a:stretch>
            <a:fillRect/>
          </a:stretch>
        </p:blipFill>
        <p:spPr>
          <a:xfrm>
            <a:off x="5284591" y="4345417"/>
            <a:ext cx="790089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D945EF9-E10B-B28C-0F67-9EB9B10A702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5978666" y="2969757"/>
            <a:ext cx="529281" cy="527776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1FF6908A-A34E-73E4-5EF1-29A923C81B7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6269918" y="2393454"/>
            <a:ext cx="822183" cy="814378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55BE3D22-11B8-2737-9E57-9AF3C0D4A7F8}"/>
              </a:ext>
            </a:extLst>
          </p:cNvPr>
          <p:cNvSpPr txBox="1"/>
          <p:nvPr/>
        </p:nvSpPr>
        <p:spPr>
          <a:xfrm>
            <a:off x="4795242" y="566163"/>
            <a:ext cx="2716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Rollenzuteilung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447B6570-3694-1658-D5A5-734D06CAB08F}"/>
              </a:ext>
            </a:extLst>
          </p:cNvPr>
          <p:cNvSpPr txBox="1"/>
          <p:nvPr/>
        </p:nvSpPr>
        <p:spPr>
          <a:xfrm>
            <a:off x="2790752" y="5231996"/>
            <a:ext cx="2215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Anforderung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6BB4331-00A6-52DD-CE3B-B41980AF6C55}"/>
              </a:ext>
            </a:extLst>
          </p:cNvPr>
          <p:cNvSpPr txBox="1"/>
          <p:nvPr/>
        </p:nvSpPr>
        <p:spPr>
          <a:xfrm>
            <a:off x="8022963" y="1581583"/>
            <a:ext cx="19374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Ressourcen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ADC83995-5F72-6DE6-4499-4755D22F9164}"/>
              </a:ext>
            </a:extLst>
          </p:cNvPr>
          <p:cNvSpPr txBox="1"/>
          <p:nvPr/>
        </p:nvSpPr>
        <p:spPr>
          <a:xfrm>
            <a:off x="8549270" y="2853200"/>
            <a:ext cx="2346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Risikoanalyse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C26EF30-ED43-37F8-FE22-9ED1C7C07D16}"/>
              </a:ext>
            </a:extLst>
          </p:cNvPr>
          <p:cNvSpPr txBox="1"/>
          <p:nvPr/>
        </p:nvSpPr>
        <p:spPr>
          <a:xfrm>
            <a:off x="809795" y="2845841"/>
            <a:ext cx="3346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Testen und Probieren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22F55BB3-685E-CDCD-80E9-97181BF81882}"/>
              </a:ext>
            </a:extLst>
          </p:cNvPr>
          <p:cNvSpPr txBox="1"/>
          <p:nvPr/>
        </p:nvSpPr>
        <p:spPr>
          <a:xfrm>
            <a:off x="2384276" y="3990992"/>
            <a:ext cx="179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Umsetzung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67890207-0C8F-E308-DC46-27EF8F727741}"/>
              </a:ext>
            </a:extLst>
          </p:cNvPr>
          <p:cNvSpPr txBox="1"/>
          <p:nvPr/>
        </p:nvSpPr>
        <p:spPr>
          <a:xfrm>
            <a:off x="8318805" y="3976085"/>
            <a:ext cx="1174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Genre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79AFBFC-B901-6279-29E6-8445C85F3BBA}"/>
              </a:ext>
            </a:extLst>
          </p:cNvPr>
          <p:cNvSpPr txBox="1"/>
          <p:nvPr/>
        </p:nvSpPr>
        <p:spPr>
          <a:xfrm>
            <a:off x="2335556" y="1581583"/>
            <a:ext cx="2003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Frage Runde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86BB4331-00A6-52DD-CE3B-B41980AF6C55}"/>
              </a:ext>
            </a:extLst>
          </p:cNvPr>
          <p:cNvSpPr txBox="1"/>
          <p:nvPr/>
        </p:nvSpPr>
        <p:spPr>
          <a:xfrm>
            <a:off x="7185515" y="5228514"/>
            <a:ext cx="19374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Konzept</a:t>
            </a:r>
          </a:p>
        </p:txBody>
      </p:sp>
    </p:spTree>
    <p:extLst>
      <p:ext uri="{BB962C8B-B14F-4D97-AF65-F5344CB8AC3E}">
        <p14:creationId xmlns:p14="http://schemas.microsoft.com/office/powerpoint/2010/main" val="344326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71EDF7-F00D-F177-CDF3-FB621D8E8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Zuständigkeiten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EC7D2A82-F9C5-DB0B-E323-53B172ADB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51289"/>
              </p:ext>
            </p:extLst>
          </p:nvPr>
        </p:nvGraphicFramePr>
        <p:xfrm>
          <a:off x="1638300" y="1577629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41984314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83595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Auftragnehmer / -geber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Begriff / Abkürzung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147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Stefanie Gerber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PL (Projektleitung)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146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Christophe Grädel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DEV (Development)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8811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Benjamin Phengrasamy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BA (Business Analyst)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631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Sujanthan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Sutheralingam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QA (Qualitätssicherung)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16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Michal </a:t>
                      </a:r>
                      <a:r>
                        <a:rPr lang="de-CH" dirty="0" err="1"/>
                        <a:t>Durik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Auftraggeber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5496979"/>
                  </a:ext>
                </a:extLst>
              </a:tr>
            </a:tbl>
          </a:graphicData>
        </a:graphic>
      </p:graphicFrame>
      <p:sp>
        <p:nvSpPr>
          <p:cNvPr id="3" name="Ellipse 2">
            <a:extLst>
              <a:ext uri="{FF2B5EF4-FFF2-40B4-BE49-F238E27FC236}">
                <a16:creationId xmlns:a16="http://schemas.microsoft.com/office/drawing/2014/main" id="{01F33924-A850-7CA4-6067-074B8DE4D065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D7D6DD6-53FF-9C68-70C6-7364ED1AE3A2}"/>
              </a:ext>
            </a:extLst>
          </p:cNvPr>
          <p:cNvSpPr>
            <a:spLocks/>
          </p:cNvSpPr>
          <p:nvPr/>
        </p:nvSpPr>
        <p:spPr>
          <a:xfrm>
            <a:off x="-1440000" y="5372862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8315DD8-FD5E-C53D-0CB5-FE359F2F7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74243" y="6483252"/>
            <a:ext cx="505623" cy="50418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3E6140A-078B-DAA6-DD53-2BF02C03D0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-10325" y="5921912"/>
            <a:ext cx="785434" cy="77797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21EDD7D0-A569-5207-BA85-B4A7604F99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4386" y="5318180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4217619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-43200000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185 C 0.02852 0.06389 0.03334 0.06366 0.03946 0.13264 C 0.04493 0.17269 0.03217 0.26413 0.00599 0.30718 C -0.01888 0.3507 -0.03828 0.36204 -0.0694 0.36968 C -0.11145 0.36459 -0.12382 0.36459 -0.15547 0.31783 " pathEditMode="relative" rAng="7860000" ptsTypes="AAAAA">
                                      <p:cBhvr>
                                        <p:cTn id="10" dur="2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94" y="228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rafik 44">
            <a:extLst>
              <a:ext uri="{FF2B5EF4-FFF2-40B4-BE49-F238E27FC236}">
                <a16:creationId xmlns:a16="http://schemas.microsoft.com/office/drawing/2014/main" id="{C2DDFC27-A58E-0B18-E986-D93F8EAAB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19010" y1="45367" x2="27476" y2="43450"/>
                        <a14:foregroundMark x1="20447" y1="27796" x2="23003" y2="29553"/>
                        <a14:foregroundMark x1="31150" y1="12300" x2="33067" y2="19169"/>
                        <a14:foregroundMark x1="69169" y1="14217" x2="66773" y2="19489"/>
                        <a14:foregroundMark x1="74281" y1="30671" x2="79553" y2="28115"/>
                        <a14:foregroundMark x1="74760" y1="43610" x2="79872" y2="45048"/>
                        <a14:foregroundMark x1="55272" y1="86741" x2="49201" y2="8754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099296" y="5285911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4" name="Ellipse 23">
            <a:extLst>
              <a:ext uri="{FF2B5EF4-FFF2-40B4-BE49-F238E27FC236}">
                <a16:creationId xmlns:a16="http://schemas.microsoft.com/office/drawing/2014/main" id="{1EE31E08-72FD-4BAD-6688-A31BFA8E51F8}"/>
              </a:ext>
            </a:extLst>
          </p:cNvPr>
          <p:cNvSpPr>
            <a:spLocks/>
          </p:cNvSpPr>
          <p:nvPr/>
        </p:nvSpPr>
        <p:spPr>
          <a:xfrm>
            <a:off x="3615724" y="427752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4F03A2EA-FF35-7BC0-3F26-78F25049EEC6}"/>
              </a:ext>
            </a:extLst>
          </p:cNvPr>
          <p:cNvSpPr>
            <a:spLocks/>
          </p:cNvSpPr>
          <p:nvPr/>
        </p:nvSpPr>
        <p:spPr>
          <a:xfrm>
            <a:off x="4398344" y="1147752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A3EED7AD-8265-F94B-4118-E971D5D45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5522913" y="2335659"/>
            <a:ext cx="505623" cy="50418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5697E7E0-854E-5E94-B728-4204E13045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5786831" y="1774319"/>
            <a:ext cx="785434" cy="777978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8230DA0B-7651-0A25-E0DA-F5353BD991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412" b="95000" l="52955" r="96136">
                        <a14:foregroundMark x1="71364" y1="51176" x2="70000" y2="53824"/>
                        <a14:foregroundMark x1="77955" y1="55588" x2="65000" y2="47353"/>
                        <a14:foregroundMark x1="65000" y1="47353" x2="74091" y2="57941"/>
                        <a14:foregroundMark x1="74091" y1="57941" x2="76818" y2="48824"/>
                        <a14:foregroundMark x1="77045" y1="49118" x2="72273" y2="43824"/>
                        <a14:foregroundMark x1="67045" y1="57353" x2="76818" y2="58824"/>
                        <a14:foregroundMark x1="63864" y1="70294" x2="69318" y2="66471"/>
                        <a14:foregroundMark x1="83409" y1="64412" x2="78864" y2="64706"/>
                        <a14:foregroundMark x1="77955" y1="89118" x2="85000" y2="88824"/>
                        <a14:foregroundMark x1="69318" y1="91176" x2="60455" y2="90588"/>
                        <a14:foregroundMark x1="57955" y1="92941" x2="56818" y2="95294"/>
                        <a14:foregroundMark x1="87045" y1="57941" x2="87045" y2="55882"/>
                        <a14:foregroundMark x1="94091" y1="9412" x2="95227" y2="12059"/>
                        <a14:foregroundMark x1="96136" y1="24412" x2="96136" y2="27353"/>
                        <a14:foregroundMark x1="88182" y1="45882" x2="89773" y2="32059"/>
                        <a14:backgroundMark x1="77955" y1="62941" x2="78636" y2="62647"/>
                        <a14:backgroundMark x1="86591" y1="56471" x2="86818" y2="55294"/>
                        <a14:backgroundMark x1="87273" y1="47941" x2="87273" y2="48529"/>
                      </a14:backgroundRemoval>
                    </a14:imgEffect>
                  </a14:imgLayer>
                </a14:imgProps>
              </a:ext>
            </a:extLst>
          </a:blip>
          <a:srcRect l="33123" t="5090" r="-10312"/>
          <a:stretch>
            <a:fillRect/>
          </a:stretch>
        </p:blipFill>
        <p:spPr>
          <a:xfrm>
            <a:off x="8666329" y="2441352"/>
            <a:ext cx="787927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8" name="Grafik 37">
            <a:extLst>
              <a:ext uri="{FF2B5EF4-FFF2-40B4-BE49-F238E27FC236}">
                <a16:creationId xmlns:a16="http://schemas.microsoft.com/office/drawing/2014/main" id="{314F7E7B-8E3C-E721-93FC-DA620D70A9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83571" l="8462" r="88462">
                        <a14:foregroundMark x1="20385" y1="10357" x2="26538" y2="15000"/>
                        <a14:foregroundMark x1="12308" y1="22143" x2="11923" y2="26071"/>
                        <a14:foregroundMark x1="8846" y1="21786" x2="8462" y2="18929"/>
                        <a14:foregroundMark x1="69615" y1="81786" x2="76923" y2="83214"/>
                        <a14:foregroundMark x1="86538" y1="65357" x2="88846" y2="71429"/>
                        <a14:foregroundMark x1="36923" y1="83571" x2="36154" y2="82500"/>
                      </a14:backgroundRemoval>
                    </a14:imgEffect>
                  </a14:imgLayer>
                </a14:imgProps>
              </a:ext>
            </a:extLst>
          </a:blip>
          <a:srcRect l="-8052" t="-8124" r="-3544" b="-769"/>
          <a:stretch>
            <a:fillRect/>
          </a:stretch>
        </p:blipFill>
        <p:spPr>
          <a:xfrm>
            <a:off x="7241199" y="4747752"/>
            <a:ext cx="75840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BE8EECA-159D-0A33-EE63-E96946EDC4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6467905" y="1150190"/>
            <a:ext cx="782911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C0AE6121-A3DC-449B-0D4D-281A9907482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t="-12517" b="-35120"/>
          <a:stretch>
            <a:fillRect/>
          </a:stretch>
        </p:blipFill>
        <p:spPr>
          <a:xfrm>
            <a:off x="4334463" y="3185267"/>
            <a:ext cx="790089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302393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3.7037E-7 C -0.02422 -0.04699 -0.0461 -0.05949 -0.09102 -0.05926 C -0.1293 -0.05162 -0.1474 -0.03333 -0.16641 0.00116 C -0.18529 0.03588 -0.20274 0.08519 -0.20196 0.1375 C -0.20274 0.19028 -0.18334 0.27292 -0.16992 0.28866 " pathEditMode="relative" rAng="8340000" ptsTypes="AAA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09" y="715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3.7037E-7 C 0.02864 0.04491 0.04609 0.05069 0.08216 0.06273 C 0.1069 0.07315 0.14922 0.04213 0.1694 0.01042 C 0.18997 -0.02176 0.20169 -0.08032 0.20599 -0.12986 C 0.20416 -0.19653 0.19739 -0.25023 0.17291 -0.29259 " pathEditMode="relative" rAng="18960000" ptsTypes="AAAAA">
                                      <p:cBhvr>
                                        <p:cTn id="1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826" y="-6944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3.7037E-7 C 0.02891 0.04607 0.04779 0.05417 0.0832 0.06528 C 0.10716 0.07523 0.14831 0.0412 0.16823 0.00556 C 0.18841 -0.02917 0.20599 -0.10417 0.20325 -0.14676 C 0.20104 -0.21111 0.19766 -0.27361 0.1681 -0.30255 " pathEditMode="relative" rAng="19080000" ptsTypes="AAAAA">
                                      <p:cBhvr>
                                        <p:cTn id="18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70" y="-77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BB32BD-05A2-E66D-D83B-005ECF118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Projektübersicht und Aufgaben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B980437-559B-2643-9FEB-17CF4ECC05DB}"/>
              </a:ext>
            </a:extLst>
          </p:cNvPr>
          <p:cNvSpPr txBox="1"/>
          <p:nvPr/>
        </p:nvSpPr>
        <p:spPr>
          <a:xfrm>
            <a:off x="1255362" y="1968285"/>
            <a:ext cx="58026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Inhalt: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Entwicklung eines 2D Top-Down Shooter Spiels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Spieler wird von Gegnern angegriffen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Gegner erscheinen vom Bildschirmrand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Ziel: Gegner besiegen und Punkte sammeln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Zusammenarbeit über GitHub</a:t>
            </a:r>
          </a:p>
          <a:p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9DAEC3C-D9D5-D3B9-8427-80556CEEC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50401" y="7425600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  <p:sp>
        <p:nvSpPr>
          <p:cNvPr id="11" name="Ellipse 10">
            <a:extLst>
              <a:ext uri="{FF2B5EF4-FFF2-40B4-BE49-F238E27FC236}">
                <a16:creationId xmlns:a16="http://schemas.microsoft.com/office/drawing/2014/main" id="{C2B458C4-F0F9-3423-2979-E7F6E8C6DFCD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4A6B209-6909-5F16-1231-0857352EB22F}"/>
              </a:ext>
            </a:extLst>
          </p:cNvPr>
          <p:cNvSpPr>
            <a:spLocks/>
          </p:cNvSpPr>
          <p:nvPr/>
        </p:nvSpPr>
        <p:spPr>
          <a:xfrm>
            <a:off x="-1440000" y="5372862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3C20069-2A9C-6DC2-4132-57E6ADC0C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74243" y="6483252"/>
            <a:ext cx="505623" cy="50418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FF7ABBA-11B1-B521-CB10-6272F11C67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-10325" y="5921912"/>
            <a:ext cx="785434" cy="77797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8137FC6E-E870-F4FD-79EC-94911377E2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4386" y="5318180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3538591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ED2B4D-191E-E63A-F1A1-A368E5AB6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Ressource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60AAAB-0AD4-5C1A-516F-0F2042C7FC8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972651" y="579634"/>
            <a:ext cx="1928010" cy="19516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0273EC85-21D0-612C-A832-455BD4D4D3D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17241" r="16302"/>
          <a:stretch>
            <a:fillRect/>
          </a:stretch>
        </p:blipFill>
        <p:spPr>
          <a:xfrm>
            <a:off x="9097453" y="845170"/>
            <a:ext cx="1678406" cy="142061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5133D55-9644-4456-B96E-C70A4F1508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65" t="7529" r="2207" b="6707"/>
          <a:stretch>
            <a:fillRect/>
          </a:stretch>
        </p:blipFill>
        <p:spPr>
          <a:xfrm>
            <a:off x="8388843" y="4791558"/>
            <a:ext cx="3095625" cy="1476375"/>
          </a:xfrm>
          <a:prstGeom prst="rect">
            <a:avLst/>
          </a:prstGeom>
          <a:ln>
            <a:noFill/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D20714-CB0A-AF40-01AE-ED23ECB4D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3648" y="2819111"/>
            <a:ext cx="2525533" cy="1420613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5DE016C-9B93-62A6-C8E7-4014E0361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3503" y="2885988"/>
            <a:ext cx="2986306" cy="158846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0A9AE06-399D-B2B4-E6D5-D97C100528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6813" y="1141902"/>
            <a:ext cx="3095625" cy="1476375"/>
          </a:xfrm>
          <a:prstGeom prst="rect">
            <a:avLst/>
          </a:prstGeom>
        </p:spPr>
      </p:pic>
      <p:sp>
        <p:nvSpPr>
          <p:cNvPr id="22" name="Ellipse 21">
            <a:extLst>
              <a:ext uri="{FF2B5EF4-FFF2-40B4-BE49-F238E27FC236}">
                <a16:creationId xmlns:a16="http://schemas.microsoft.com/office/drawing/2014/main" id="{99EA1C13-8639-ED42-3092-D53F86B970DC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31011AB8-F89A-5938-996B-7DAD8BDC2DFB}"/>
              </a:ext>
            </a:extLst>
          </p:cNvPr>
          <p:cNvSpPr>
            <a:spLocks/>
          </p:cNvSpPr>
          <p:nvPr/>
        </p:nvSpPr>
        <p:spPr>
          <a:xfrm>
            <a:off x="-1466322" y="5372863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EAC45CF9-FFFB-98FE-1F11-2F243AFE89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4386" y="5318179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274B2D91-1796-E367-807B-B80DDFC67F4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2003" t="-12660" r="-7994" b="-13452"/>
          <a:stretch>
            <a:fillRect/>
          </a:stretch>
        </p:blipFill>
        <p:spPr>
          <a:xfrm>
            <a:off x="-1319627" y="7501015"/>
            <a:ext cx="82152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2329E72-E757-9E69-D86C-67372218523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74243" y="6483252"/>
            <a:ext cx="505623" cy="50418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1BD0F7A5-A3CA-F0A2-FB81-7032F3D5BC3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-10325" y="5921912"/>
            <a:ext cx="785434" cy="777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33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37 0.31459 C -0.18946 0.24653 -0.19466 0.24699 -0.19948 0.17755 C -0.20378 0.13658 -0.18972 0.0463 -0.16224 0.00556 C -0.13672 -0.03634 -0.11719 -0.04606 -0.08594 -0.05208 C -0.04336 -0.04491 -0.03164 -0.04352 -0.00091 0.00509 " pathEditMode="relative" rAng="18780000" ptsTypes="AAAAA">
                                      <p:cBhvr>
                                        <p:cTn id="6" dur="2000" spd="-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7" y="-2266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0023 C 0.02396 0.03542 0.04466 0.05232 0.07956 0.05834 C 0.1155 0.05741 0.14909 0.01412 0.16367 -0.01273 C 0.17891 -0.04398 0.19649 -0.12454 0.19154 -0.16366 C 0.18971 -0.24699 0.16302 -0.29352 0.15221 -0.31296 " pathEditMode="relative" rAng="18780000" ptsTypes="AAAAA">
                                      <p:cBhvr>
                                        <p:cTn id="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49" y="-8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E40B3A-C775-BCE5-E83E-E6D53313C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Risikoanalyse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D1E0611-BD29-1D96-3A30-2C2EDA809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549" y="3810000"/>
            <a:ext cx="2105025" cy="210502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A4AFF0A-452D-3788-AB0D-F9454EF04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907" y="933451"/>
            <a:ext cx="2495549" cy="2495549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B8B8D965-EA80-AA5C-C65E-BC34CA705887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D4060F48-3AD5-9630-C745-1A65114ACC2B}"/>
              </a:ext>
            </a:extLst>
          </p:cNvPr>
          <p:cNvSpPr>
            <a:spLocks/>
          </p:cNvSpPr>
          <p:nvPr/>
        </p:nvSpPr>
        <p:spPr>
          <a:xfrm>
            <a:off x="-1440000" y="5418000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E303E42-1FA3-8070-F701-D3B68E2D8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605907"/>
            <a:ext cx="505623" cy="50418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9252688-BC0A-83EF-86EA-9E6D677F82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6044567"/>
            <a:ext cx="785434" cy="77797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8FFED36-59DD-9310-959E-A3FBB1708E4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22003" t="-12660" r="-7994" b="-13452"/>
          <a:stretch>
            <a:fillRect/>
          </a:stretch>
        </p:blipFill>
        <p:spPr>
          <a:xfrm>
            <a:off x="567711" y="5418000"/>
            <a:ext cx="82152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2DA5E3F2-833B-EC53-15FA-3081B9C62F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167" l="9667" r="90000">
                        <a14:foregroundMark x1="18667" y1="62333" x2="38833" y2="52500"/>
                        <a14:foregroundMark x1="38833" y1="52500" x2="41500" y2="52000"/>
                        <a14:foregroundMark x1="26500" y1="55333" x2="18333" y2="57000"/>
                        <a14:foregroundMark x1="29167" y1="73167" x2="42500" y2="78833"/>
                        <a14:foregroundMark x1="42500" y1="78833" x2="44167" y2="78500"/>
                        <a14:foregroundMark x1="34333" y1="73000" x2="27500" y2="80000"/>
                        <a14:foregroundMark x1="9833" y1="52167" x2="9833" y2="55667"/>
                        <a14:foregroundMark x1="58000" y1="21667" x2="32833" y2="20167"/>
                        <a14:foregroundMark x1="58667" y1="43667" x2="78000" y2="52500"/>
                        <a14:foregroundMark x1="71500" y1="74167" x2="62833" y2="73833"/>
                        <a14:foregroundMark x1="62833" y1="73833" x2="53667" y2="70833"/>
                        <a14:foregroundMark x1="53667" y1="70833" x2="57667" y2="63333"/>
                        <a14:foregroundMark x1="57667" y1="63333" x2="66333" y2="67667"/>
                        <a14:foregroundMark x1="66333" y1="67667" x2="69667" y2="68333"/>
                        <a14:foregroundMark x1="54333" y1="63000" x2="56167" y2="61167"/>
                        <a14:foregroundMark x1="31833" y1="26000" x2="31167" y2="19333"/>
                        <a14:foregroundMark x1="24667" y1="90167" x2="26000" y2="90000"/>
                        <a14:foregroundMark x1="11000" y1="56167" x2="9833" y2="52833"/>
                        <a14:backgroundMark x1="48167" y1="54667" x2="47667" y2="54000"/>
                        <a14:backgroundMark x1="9333" y1="56833" x2="9833" y2="52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50980" y="7462523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325146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1.85185E-6 C -0.02266 -0.03912 -0.04102 -0.04537 -0.07578 -0.05533 C -0.11146 -0.05949 -0.14662 -0.02037 -0.16276 0.00532 C -0.17891 0.03495 -0.19961 0.11296 -0.19623 0.15231 C -0.19792 0.23657 -0.17292 0.28565 -0.16302 0.30717 " pathEditMode="relative" rAng="8220000" ptsTypes="AAA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849" y="828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E-6 0.00069 C 0.02409 0.03426 0.02813 0.05416 0.07188 0.06041 C 0.13724 0.0449 0.14128 0.03356 0.16224 -0.00232 C 0.18269 -0.03866 0.1974 -0.11482 0.19597 -0.15533 C 0.19844 -0.19885 0.18516 -0.24375 0.17917 -0.26713 C 0.17318 -0.28982 0.16602 -0.29213 0.16381 -0.29815 " pathEditMode="relative" rAng="19080000" ptsTypes="AAAA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36" y="-791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CDEFB4-EEAB-35BC-C6AA-B3DB78BA3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CH" dirty="0"/>
              <a:t>Spielkonzept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D7C6C5-8050-D9F7-AF67-02FA0CBD5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3721" y="2367257"/>
            <a:ext cx="5594889" cy="352675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b="1" dirty="0">
                <a:solidFill>
                  <a:srgbClr val="FF0000"/>
                </a:solidFill>
              </a:rPr>
              <a:t>Notiz und Bilder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Spieler befindet sich in der Mitte</a:t>
            </a:r>
          </a:p>
          <a:p>
            <a:r>
              <a:rPr lang="de-DE" dirty="0">
                <a:solidFill>
                  <a:srgbClr val="FF0000"/>
                </a:solidFill>
              </a:rPr>
              <a:t>Gegner greifen von </a:t>
            </a:r>
            <a:r>
              <a:rPr lang="de-DE" dirty="0" err="1">
                <a:solidFill>
                  <a:srgbClr val="FF0000"/>
                </a:solidFill>
              </a:rPr>
              <a:t>aussen</a:t>
            </a:r>
            <a:r>
              <a:rPr lang="de-DE" dirty="0">
                <a:solidFill>
                  <a:srgbClr val="FF0000"/>
                </a:solidFill>
              </a:rPr>
              <a:t> an</a:t>
            </a:r>
          </a:p>
          <a:p>
            <a:r>
              <a:rPr lang="de-DE" dirty="0">
                <a:solidFill>
                  <a:srgbClr val="FF0000"/>
                </a:solidFill>
              </a:rPr>
              <a:t>Hindernisse blockieren Bewegung</a:t>
            </a:r>
          </a:p>
          <a:p>
            <a:r>
              <a:rPr lang="de-DE" dirty="0">
                <a:solidFill>
                  <a:srgbClr val="FF0000"/>
                </a:solidFill>
              </a:rPr>
              <a:t>Leben (Herzen) oben links</a:t>
            </a:r>
          </a:p>
          <a:p>
            <a:r>
              <a:rPr lang="de-DE" dirty="0">
                <a:solidFill>
                  <a:srgbClr val="FF0000"/>
                </a:solidFill>
              </a:rPr>
              <a:t>Score zeigt Punkte</a:t>
            </a:r>
          </a:p>
          <a:p>
            <a:r>
              <a:rPr lang="de-DE" dirty="0">
                <a:solidFill>
                  <a:srgbClr val="FF0000"/>
                </a:solidFill>
              </a:rPr>
              <a:t>Munition rechts</a:t>
            </a:r>
          </a:p>
          <a:p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F259A48-34D6-4B88-A1DB-6452036FD4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3195" y="861899"/>
            <a:ext cx="5754181" cy="4208445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498D7B23-0BC6-57DE-199F-6F47F72237E5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544D88D2-D82A-8A18-16D7-730FB31A343C}"/>
              </a:ext>
            </a:extLst>
          </p:cNvPr>
          <p:cNvSpPr>
            <a:spLocks/>
          </p:cNvSpPr>
          <p:nvPr/>
        </p:nvSpPr>
        <p:spPr>
          <a:xfrm>
            <a:off x="-1377380" y="5418000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19A2F34-2927-A94D-715C-12B99A438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605907"/>
            <a:ext cx="505623" cy="50418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6E63EE0-B185-609C-C2B7-A3E6598132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6044567"/>
            <a:ext cx="785434" cy="77797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84E1520-D88D-BDA0-DFB6-7AF0C21E08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167" l="9667" r="90000">
                        <a14:foregroundMark x1="18667" y1="62333" x2="38833" y2="52500"/>
                        <a14:foregroundMark x1="38833" y1="52500" x2="41500" y2="52000"/>
                        <a14:foregroundMark x1="26500" y1="55333" x2="18333" y2="57000"/>
                        <a14:foregroundMark x1="29167" y1="73167" x2="42500" y2="78833"/>
                        <a14:foregroundMark x1="42500" y1="78833" x2="44167" y2="78500"/>
                        <a14:foregroundMark x1="34333" y1="73000" x2="27500" y2="80000"/>
                        <a14:foregroundMark x1="9833" y1="52167" x2="9833" y2="55667"/>
                        <a14:foregroundMark x1="58000" y1="21667" x2="32833" y2="20167"/>
                        <a14:foregroundMark x1="58667" y1="43667" x2="78000" y2="52500"/>
                        <a14:foregroundMark x1="71500" y1="74167" x2="62833" y2="73833"/>
                        <a14:foregroundMark x1="62833" y1="73833" x2="53667" y2="70833"/>
                        <a14:foregroundMark x1="53667" y1="70833" x2="57667" y2="63333"/>
                        <a14:foregroundMark x1="57667" y1="63333" x2="66333" y2="67667"/>
                        <a14:foregroundMark x1="66333" y1="67667" x2="69667" y2="68333"/>
                        <a14:foregroundMark x1="54333" y1="63000" x2="56167" y2="61167"/>
                        <a14:foregroundMark x1="31833" y1="26000" x2="31167" y2="19333"/>
                        <a14:foregroundMark x1="24667" y1="90167" x2="26000" y2="90000"/>
                        <a14:foregroundMark x1="11000" y1="56167" x2="9833" y2="52833"/>
                        <a14:backgroundMark x1="48167" y1="54667" x2="47667" y2="54000"/>
                        <a14:backgroundMark x1="9333" y1="56833" x2="9833" y2="52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5635" y="5495518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66B8286-3AAE-EA5B-DECB-584A0D9AC82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-1408890" y="7437464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76354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59259E-6 C -0.02344 -0.03542 -0.02657 -0.05625 -0.07019 -0.06621 C -0.13607 -0.05672 -0.14219 -0.04306 -0.16433 -0.01042 C -0.1862 0.02222 -0.20248 0.09028 -0.20248 0.13055 C -0.20625 0.17384 -0.19206 0.22685 -0.18698 0.25069 C -0.18138 0.27407 -0.17435 0.27685 -0.1724 0.28287 " pathEditMode="relative" rAng="8460000" ptsTypes="AAAA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83" y="675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52 -0.00046 C 0.02825 0.04861 0.04791 0.06065 0.08424 0.06297 C 0.10807 0.07431 0.15286 0.03588 0.1707 0.01158 C 0.18906 -0.01666 0.20755 -0.08819 0.20534 -0.13078 C 0.2056 -0.19977 0.19648 -0.22615 0.1737 -0.28541 " pathEditMode="relative" rAng="19140000" ptsTypes="AAA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487" y="-641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3EDD1D-FCE0-7918-5FA7-017C6C34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Anforderungen (</a:t>
            </a:r>
            <a:r>
              <a:rPr lang="de-CH"/>
              <a:t>Funktional</a:t>
            </a:r>
            <a:r>
              <a:rPr lang="de-CH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357B29-EFB4-B8D0-18ED-4CEF52EC7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5968" y="2090969"/>
            <a:ext cx="8513190" cy="415672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CH" sz="3200" dirty="0">
                <a:ea typeface="+mn-lt"/>
                <a:cs typeface="+mn-lt"/>
              </a:rPr>
              <a:t>🎮 Spielstart &amp; Menü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🕹️</a:t>
            </a:r>
            <a:r>
              <a:rPr lang="de-CH" sz="3200" dirty="0">
                <a:ea typeface="+mn-lt"/>
                <a:cs typeface="+mn-lt"/>
              </a:rPr>
              <a:t> Bewegung (WASD)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🎯 Schiessen &amp; Zielen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❤️</a:t>
            </a:r>
            <a:r>
              <a:rPr lang="de-CH" sz="3200" dirty="0">
                <a:ea typeface="+mn-lt"/>
                <a:cs typeface="+mn-lt"/>
              </a:rPr>
              <a:t> Health-System</a:t>
            </a:r>
            <a:endParaRPr lang="de-CH" dirty="0"/>
          </a:p>
          <a:p>
            <a:r>
              <a:rPr lang="de-CH" sz="3200" dirty="0">
                <a:latin typeface="Calibri"/>
                <a:ea typeface="Calibri"/>
                <a:cs typeface="Calibri"/>
              </a:rPr>
              <a:t>⭐ Score-System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📈 Levelsystem (50 / 100 Punkte)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🏁 Spielende</a:t>
            </a:r>
            <a:endParaRPr lang="de-CH" dirty="0"/>
          </a:p>
          <a:p>
            <a:endParaRPr lang="de-CH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018F8068-AE6D-3F2F-32BB-E050451B3336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BA93B6D-A9AB-F945-007E-D0E117037281}"/>
              </a:ext>
            </a:extLst>
          </p:cNvPr>
          <p:cNvSpPr>
            <a:spLocks/>
          </p:cNvSpPr>
          <p:nvPr/>
        </p:nvSpPr>
        <p:spPr>
          <a:xfrm>
            <a:off x="-1377380" y="5418000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12CB05C-98EA-B5A6-BC16-090C58A12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605907"/>
            <a:ext cx="505623" cy="50418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C88B3C26-5066-128C-3F63-F7CEDF1985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6044567"/>
            <a:ext cx="785434" cy="777978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5AC5A70-D1AF-6D1B-A6E4-EEB86A0206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659175" y="5465811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577230A1-144F-8A65-51A3-A5FA2F846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-1465925" y="7462523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06BFA0-9DC1-0DD6-3CCE-4C38EC05307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1773717"/>
            <a:ext cx="3854460" cy="20335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C27F8A6-728B-3EB4-EEC0-AF83969F2AE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9957" b="89965" l="9225" r="93769">
                        <a14:foregroundMark x1="23206" y1="71980" x2="20410" y2="73514"/>
                        <a14:foregroundMark x1="9577" y1="75403" x2="9930" y2="73200"/>
                        <a14:foregroundMark x1="16050" y1="48209" x2="20057" y2="51358"/>
                        <a14:foregroundMark x1="47842" y1="51358" x2="46103" y2="49784"/>
                        <a14:foregroundMark x1="41546" y1="17946" x2="43307" y2="24164"/>
                        <a14:foregroundMark x1="77543" y1="51987" x2="73866" y2="53207"/>
                        <a14:foregroundMark x1="93791" y1="74144" x2="90995" y2="64148"/>
                        <a14:foregroundMark x1="82078" y1="73829" x2="84875" y2="73829"/>
                        <a14:foregroundMark x1="51519" y1="84140" x2="51519" y2="72294"/>
                        <a14:foregroundMark x1="56759" y1="34160" x2="55702" y2="31051"/>
                        <a14:foregroundMark x1="33509" y1="38253" x2="34038" y2="34789"/>
                        <a14:foregroundMark x1="12902" y1="54782" x2="11140" y2="58520"/>
                        <a14:foregroundMark x1="9225" y1="73829" x2="10810" y2="63833"/>
                        <a14:foregroundMark x1="9577" y1="72885" x2="9577" y2="70091"/>
                        <a14:foregroundMark x1="12373" y1="54152" x2="12373" y2="51673"/>
                        <a14:foregroundMark x1="13760" y1="48839" x2="12373" y2="51673"/>
                      </a14:backgroundRemoval>
                    </a14:imgEffect>
                  </a14:imgLayer>
                </a14:imgProps>
              </a:ext>
            </a:extLst>
          </a:blip>
          <a:srcRect l="6917" t="9817" r="5276" b="20225"/>
          <a:stretch>
            <a:fillRect/>
          </a:stretch>
        </p:blipFill>
        <p:spPr>
          <a:xfrm>
            <a:off x="2598989" y="4415361"/>
            <a:ext cx="3497011" cy="1558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68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39 -2.59259E-6 C -0.02774 -0.04791 -0.04753 -0.05949 -0.08359 -0.06065 C -0.10755 -0.0706 -0.15221 -0.03102 -0.17018 -0.00602 C -0.1875 0.02199 -0.2056 0.09445 -0.203 0.13727 C -0.20261 0.20579 -0.19323 0.23195 -0.17018 0.29097 " pathEditMode="relative" rAng="8280000" ptsTypes="AAAAA">
                                      <p:cBhvr>
                                        <p:cTn id="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422" y="685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-0.00047 C 0.02995 0.03101 0.06836 0.07708 0.08998 0.06203 C 0.12487 0.0699 0.16263 0.02407 0.18269 -0.01227 C 0.20222 -0.04769 0.20964 -0.10139 0.20847 -0.15417 C 0.20951 -0.20486 0.18724 -0.27616 0.17344 -0.29399 " pathEditMode="relative" rAng="19200000" ptsTypes="AAAAA">
                                      <p:cBhvr>
                                        <p:cTn id="12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14" y="-713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9E363-59CB-B398-EBE1-D45F9B5B5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Anforderungen (Nicht-Funktional)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F071DF-8774-8C96-0C7A-4A6DA4110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0000" y="200368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CH" sz="3200" dirty="0">
                <a:ea typeface="+mn-lt"/>
                <a:cs typeface="+mn-lt"/>
              </a:rPr>
              <a:t>⚡ Performance (~60 FPS)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👌</a:t>
            </a:r>
            <a:r>
              <a:rPr lang="de-CH" sz="3200" dirty="0">
                <a:ea typeface="+mn-lt"/>
                <a:cs typeface="+mn-lt"/>
              </a:rPr>
              <a:t> Benutzerfreundlichkeit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💻 Windows-Kompatibilität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🛡️</a:t>
            </a:r>
            <a:r>
              <a:rPr lang="de-CH" sz="3200" dirty="0">
                <a:ea typeface="+mn-lt"/>
                <a:cs typeface="+mn-lt"/>
              </a:rPr>
              <a:t> Stabilität (keine Abstürze)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🔒 Sicherheit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🧩 Wartbarkeit (Code-Struktur)</a:t>
            </a:r>
            <a:endParaRPr lang="de-CH" dirty="0"/>
          </a:p>
          <a:p>
            <a:endParaRPr lang="de-CH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3F9AFE-0011-D2D6-3BE7-A3E0FD0D05DD}"/>
              </a:ext>
            </a:extLst>
          </p:cNvPr>
          <p:cNvSpPr>
            <a:spLocks/>
          </p:cNvSpPr>
          <p:nvPr/>
        </p:nvSpPr>
        <p:spPr>
          <a:xfrm>
            <a:off x="-2160000" y="4619464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ADF9C859-8CA1-8358-E4A0-FAFBFBBA419F}"/>
              </a:ext>
            </a:extLst>
          </p:cNvPr>
          <p:cNvSpPr>
            <a:spLocks/>
          </p:cNvSpPr>
          <p:nvPr/>
        </p:nvSpPr>
        <p:spPr>
          <a:xfrm>
            <a:off x="-1377380" y="5339464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0C5CD80-60C5-1B64-1E73-1A2BCAB672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527371"/>
            <a:ext cx="505623" cy="50418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C5B3A8E9-D566-F0FE-863A-92CA382B97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5966031"/>
            <a:ext cx="785434" cy="77797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86947927-B07F-2248-0A2A-6E63A0BE6F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663341" y="5387274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104053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683C8-D1BC-A01E-3B69-CB8E52264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Arbeitsprozess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4DEF38C-EC1B-B0D2-7207-41E65EF2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9752" y="1046648"/>
            <a:ext cx="5272871" cy="312322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9E6D78B-E08A-4B8E-93CC-6AE09B75CA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t="-12517" b="-35120"/>
          <a:stretch>
            <a:fillRect/>
          </a:stretch>
        </p:blipFill>
        <p:spPr>
          <a:xfrm>
            <a:off x="6728654" y="5014367"/>
            <a:ext cx="790089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028C03B9-582A-1E4D-AA98-41834DF233D7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41711599-6B9E-A3AA-CC98-AAC880B7D68C}"/>
              </a:ext>
            </a:extLst>
          </p:cNvPr>
          <p:cNvSpPr>
            <a:spLocks/>
          </p:cNvSpPr>
          <p:nvPr/>
        </p:nvSpPr>
        <p:spPr>
          <a:xfrm>
            <a:off x="-1377380" y="5418000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9D5A1BAA-9AED-93E3-899E-D487905D30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605907"/>
            <a:ext cx="505623" cy="50418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60E9618F-7D4E-1E57-5996-E24D37A318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6044567"/>
            <a:ext cx="785434" cy="777978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08928678-270D-62D1-89EA-6063360363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692181" y="5420438"/>
            <a:ext cx="782911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61DAA5B0-6D02-0267-3F9B-120D896FA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t="-12517" b="-35120"/>
          <a:stretch>
            <a:fillRect/>
          </a:stretch>
        </p:blipFill>
        <p:spPr>
          <a:xfrm>
            <a:off x="-1441261" y="7455515"/>
            <a:ext cx="790089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3123856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C -0.02461 -0.04722 -0.04635 -0.05972 -0.0914 -0.05949 C -0.12969 -0.05185 -0.14765 -0.03357 -0.16666 0.00093 C -0.18568 0.03565 -0.20312 0.08495 -0.20221 0.13727 C -0.20299 0.19005 -0.18372 0.27268 -0.17018 0.28843 " pathEditMode="relative" rAng="8340000" ptsTypes="AAAAA">
                                      <p:cBhvr>
                                        <p:cTn id="6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96" y="715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1.11111E-6 C 0.02826 0.04467 0.04571 0.05046 0.08177 0.0625 C 0.10651 0.07315 0.1487 0.04236 0.16888 0.01042 C 0.18946 -0.02153 0.20091 -0.07986 0.2056 -0.13009 C 0.20378 -0.19676 0.19662 -0.24977 0.17227 -0.29236 " pathEditMode="relative" rAng="18960000" ptsTypes="AAAAA">
                                      <p:cBhvr>
                                        <p:cTn id="12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799" y="-6944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6DC47-6023-A1F1-A2E2-335662FF4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Tests / Qualität</a:t>
            </a:r>
          </a:p>
        </p:txBody>
      </p:sp>
      <p:pic>
        <p:nvPicPr>
          <p:cNvPr id="7" name="Inhaltsplatzhalter 6" descr="Ein Bild, das Text, Screenshot, Multimedia-Software, Software enthält.&#10;&#10;KI-generierte Inhalte können fehlerhaft sein.">
            <a:extLst>
              <a:ext uri="{FF2B5EF4-FFF2-40B4-BE49-F238E27FC236}">
                <a16:creationId xmlns:a16="http://schemas.microsoft.com/office/drawing/2014/main" id="{E0F7B798-F816-A970-5E71-EB5DB75ADE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62040" y="635556"/>
            <a:ext cx="1695618" cy="559566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15BB306-6F6E-B8CB-088A-DC0C5474129A}"/>
              </a:ext>
            </a:extLst>
          </p:cNvPr>
          <p:cNvSpPr txBox="1"/>
          <p:nvPr/>
        </p:nvSpPr>
        <p:spPr>
          <a:xfrm>
            <a:off x="849086" y="1719943"/>
            <a:ext cx="8120742" cy="25545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🧪 Testfälle T-001 bis T-006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✔ Funktionen vollständig getestet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📊 Score &amp; Level validiert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💀 Game Over geprüft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✅ Ergebnis: System funktioniert korrekt</a:t>
            </a:r>
            <a:endParaRPr lang="de-DE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223448B7-4BF4-7C74-CCD6-5291FD7AA627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164ECD32-F0EC-6A7C-2D26-2C94ADBE557E}"/>
              </a:ext>
            </a:extLst>
          </p:cNvPr>
          <p:cNvSpPr>
            <a:spLocks/>
          </p:cNvSpPr>
          <p:nvPr/>
        </p:nvSpPr>
        <p:spPr>
          <a:xfrm>
            <a:off x="-1377380" y="5418000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B6F748-1873-1823-A585-3DE5595038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605907"/>
            <a:ext cx="505623" cy="50418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C837A6DB-413E-BF48-A967-1B599CF758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6044567"/>
            <a:ext cx="785434" cy="77797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982E191-7556-19C5-FADE-BA912A50CE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412" b="95000" l="52955" r="96136">
                        <a14:foregroundMark x1="71364" y1="51176" x2="70000" y2="53824"/>
                        <a14:foregroundMark x1="77955" y1="55588" x2="65000" y2="47353"/>
                        <a14:foregroundMark x1="65000" y1="47353" x2="74091" y2="57941"/>
                        <a14:foregroundMark x1="74091" y1="57941" x2="76818" y2="48824"/>
                        <a14:foregroundMark x1="77045" y1="49118" x2="72273" y2="43824"/>
                        <a14:foregroundMark x1="67045" y1="57353" x2="76818" y2="58824"/>
                        <a14:foregroundMark x1="63864" y1="70294" x2="69318" y2="66471"/>
                        <a14:foregroundMark x1="83409" y1="64412" x2="78864" y2="64706"/>
                        <a14:foregroundMark x1="77955" y1="89118" x2="85000" y2="88824"/>
                        <a14:foregroundMark x1="69318" y1="91176" x2="60455" y2="90588"/>
                        <a14:foregroundMark x1="57955" y1="92941" x2="56818" y2="95294"/>
                        <a14:foregroundMark x1="87045" y1="57941" x2="87045" y2="55882"/>
                        <a14:foregroundMark x1="94091" y1="9412" x2="95227" y2="12059"/>
                        <a14:foregroundMark x1="96136" y1="24412" x2="96136" y2="27353"/>
                        <a14:foregroundMark x1="88182" y1="45882" x2="89773" y2="32059"/>
                        <a14:backgroundMark x1="77955" y1="62941" x2="78636" y2="62647"/>
                        <a14:backgroundMark x1="86591" y1="56471" x2="86818" y2="55294"/>
                        <a14:backgroundMark x1="87273" y1="47941" x2="87273" y2="48529"/>
                      </a14:backgroundRemoval>
                    </a14:imgEffect>
                  </a14:imgLayer>
                </a14:imgProps>
              </a:ext>
            </a:extLst>
          </a:blip>
          <a:srcRect l="33123" t="5090" r="-10312"/>
          <a:stretch>
            <a:fillRect/>
          </a:stretch>
        </p:blipFill>
        <p:spPr>
          <a:xfrm>
            <a:off x="-1377380" y="7462523"/>
            <a:ext cx="787927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67998-B9D0-2C94-86EA-182C76FF14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83571" l="8462" r="88462">
                        <a14:foregroundMark x1="20385" y1="10357" x2="26538" y2="15000"/>
                        <a14:foregroundMark x1="12308" y1="22143" x2="11923" y2="26071"/>
                        <a14:foregroundMark x1="8846" y1="21786" x2="8462" y2="18929"/>
                        <a14:foregroundMark x1="69615" y1="81786" x2="76923" y2="83214"/>
                        <a14:foregroundMark x1="86538" y1="65357" x2="88846" y2="71429"/>
                        <a14:foregroundMark x1="36923" y1="83571" x2="36154" y2="82500"/>
                      </a14:backgroundRemoval>
                    </a14:imgEffect>
                  </a14:imgLayer>
                </a14:imgProps>
              </a:ext>
            </a:extLst>
          </a:blip>
          <a:srcRect l="-8052" t="-8124" r="-3544" b="-769"/>
          <a:stretch>
            <a:fillRect/>
          </a:stretch>
        </p:blipFill>
        <p:spPr>
          <a:xfrm>
            <a:off x="681256" y="5434238"/>
            <a:ext cx="75840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61186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2.59259E-6 C -0.0276 -0.04931 -0.05443 -0.0625 -0.08945 -0.05648 C -0.12175 -0.05023 -0.15195 -0.02662 -0.17122 0.00671 C -0.1905 0.04028 -0.19622 0.10092 -0.20443 0.14398 C -0.20091 0.20578 -0.19219 0.24953 -0.16836 0.30185 " pathEditMode="relative" rAng="8220000" ptsTypes="AAAAA"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318" y="768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0046 C 0.02839 0.04606 0.0474 0.05416 0.08281 0.06574 C 0.10677 0.07569 0.14766 0.04166 0.16758 0.00578 C 0.18789 -0.02917 0.2056 -0.10394 0.20287 -0.1463 C 0.20065 -0.21042 0.19714 -0.27361 0.16771 -0.30186 " pathEditMode="relative" rAng="19080000" ptsTypes="AAAAA">
                                      <p:cBhvr>
                                        <p:cTn id="1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57" y="-7708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F67558-68F6-6452-2DD3-A62AFF81C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4" name="20260323-1905-49.2160922">
            <a:hlinkClick r:id="" action="ppaction://media"/>
            <a:extLst>
              <a:ext uri="{FF2B5EF4-FFF2-40B4-BE49-F238E27FC236}">
                <a16:creationId xmlns:a16="http://schemas.microsoft.com/office/drawing/2014/main" id="{773F157A-142D-4C98-C57D-2CB2C0CE8CFC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84413" y="1825625"/>
            <a:ext cx="7621587" cy="4351338"/>
          </a:xfrm>
        </p:spPr>
      </p:pic>
    </p:spTree>
    <p:extLst>
      <p:ext uri="{BB962C8B-B14F-4D97-AF65-F5344CB8AC3E}">
        <p14:creationId xmlns:p14="http://schemas.microsoft.com/office/powerpoint/2010/main" val="5285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35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5A17A9-FD79-F174-ADD5-B56999C8C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7F471B-7D3B-61F0-D943-DEE2D368E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21988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53BFB-E514-E163-F22C-F7393BFB2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Tests / Qualität</a:t>
            </a:r>
          </a:p>
        </p:txBody>
      </p:sp>
    </p:spTree>
    <p:extLst>
      <p:ext uri="{BB962C8B-B14F-4D97-AF65-F5344CB8AC3E}">
        <p14:creationId xmlns:p14="http://schemas.microsoft.com/office/powerpoint/2010/main" val="3504223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602378-A63C-1DBF-2FE7-DC829BE3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Herausforderungen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0D3B30-F19C-B8FB-0D81-5AA02BEEF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74956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0349FA-CB35-9A54-EA61-75728D6E5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E89A13-7FD8-0AB4-FD42-107AD1713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99520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</Words>
  <Application>Microsoft Office PowerPoint</Application>
  <PresentationFormat>Breitbild</PresentationFormat>
  <Paragraphs>68</Paragraphs>
  <Slides>17</Slides>
  <Notes>1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Castellar</vt:lpstr>
      <vt:lpstr>Office</vt:lpstr>
      <vt:lpstr>Top Down Shooter</vt:lpstr>
      <vt:lpstr>PowerPoint-Präsentation</vt:lpstr>
      <vt:lpstr>Zuständigkeiten</vt:lpstr>
      <vt:lpstr>PowerPoint-Präsentation</vt:lpstr>
      <vt:lpstr>Projektübersicht und Aufgaben</vt:lpstr>
      <vt:lpstr>Ressource</vt:lpstr>
      <vt:lpstr>Risikoanalyse</vt:lpstr>
      <vt:lpstr>Spielkonzept</vt:lpstr>
      <vt:lpstr>Anforderungen (Funktional)</vt:lpstr>
      <vt:lpstr>Anforderungen (Nicht-Funktional)</vt:lpstr>
      <vt:lpstr>Arbeitsprozess</vt:lpstr>
      <vt:lpstr>Tests / Qualität</vt:lpstr>
      <vt:lpstr>PowerPoint-Präsentation</vt:lpstr>
      <vt:lpstr>PowerPoint-Präsentation</vt:lpstr>
      <vt:lpstr>Tests / Qualität</vt:lpstr>
      <vt:lpstr>Herausforderungen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2026-03-23T19:09:53Z</dcterms:created>
  <dcterms:modified xsi:type="dcterms:W3CDTF">2026-03-23T19:10:14Z</dcterms:modified>
</cp:coreProperties>
</file>